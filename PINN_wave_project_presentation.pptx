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78" r:id="rId4"/>
    <p:sldId id="257" r:id="rId5"/>
    <p:sldId id="264" r:id="rId6"/>
    <p:sldId id="267" r:id="rId7"/>
    <p:sldId id="265" r:id="rId8"/>
    <p:sldId id="266" r:id="rId9"/>
    <p:sldId id="268" r:id="rId10"/>
    <p:sldId id="281" r:id="rId11"/>
    <p:sldId id="274" r:id="rId12"/>
    <p:sldId id="270" r:id="rId13"/>
    <p:sldId id="273" r:id="rId14"/>
    <p:sldId id="271" r:id="rId15"/>
    <p:sldId id="275" r:id="rId16"/>
    <p:sldId id="276" r:id="rId17"/>
    <p:sldId id="28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4CAD3-FF0A-9CBB-D02D-ED661623E8C0}" v="21" dt="2025-06-27T04:50:36.437"/>
    <p1510:client id="{4F31E1B0-14E2-A741-952D-8DFEF04D96FB}" v="39" dt="2025-06-26T20:13:15.466"/>
    <p1510:client id="{71D2066B-E3EC-6B8C-8FFB-37B651884517}" v="577" dt="2025-06-26T19:40:12.108"/>
    <p1510:client id="{87E7D070-C37D-2230-4BC3-6874D774AF32}" v="125" dt="2025-06-26T20:41:26.363"/>
    <p1510:client id="{B4963176-FF60-3CAA-A1E5-3486C90C6980}" v="1130" dt="2025-06-26T18:31:01.651"/>
    <p1510:client id="{CE5FC1EA-9611-84D5-FABF-59548EA4EC3A}" v="131" dt="2025-06-26T21:51:01.528"/>
    <p1510:client id="{D600AC81-3899-42BF-B887-7E5543279D2E}" v="1216" dt="2025-06-26T22:13:22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E0C0B-4B57-45C0-AA7F-A1E98278E70F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1E423-F7C2-4FBE-944B-7BE4814A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1E423-F7C2-4FBE-944B-7BE4814AAF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71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27DE-8A1B-DA8D-8719-07060C9BD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04BF3-FF2D-3B8A-F97B-103D430EB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995C-6096-B597-83B1-9CCB7C8C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4649-F72B-4814-BCFE-20B59E0FF84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8C8E2-E384-D4E1-0DF3-32666E87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AD1E-59C7-7132-4462-3F682A20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AD692BF-58F6-4C23-91E6-E092FE937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4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C254-C87C-97E2-2C3B-E63F2365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5E53-AC44-2C32-7D9E-35723AC84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06A3-760F-BCD0-654A-234D2A20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6F20-334E-4FED-8DAB-FEF59CC5C473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6AD76-0C1A-D4FF-C372-5FA3F9D9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73E19-386F-3242-E75B-2F5F7870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1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C806-262D-D854-C994-C3558069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BA569-9786-2272-B9DD-D35B24D6A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8A889-A774-B67E-E814-BA9BA3F4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0CAE7-2CC9-476D-8EFB-4FDC3531F518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3AE97-C971-3153-E84B-DEEC78F8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6F230-A710-B498-E457-80B43AFB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248D-7892-E38D-3552-DE7471BD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B361-D3E6-98CB-C167-6C91A998E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DD075-EDA9-B720-183B-1E209E6DF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476ED-95EE-7B19-1DD3-D00CC3E9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F2686-389B-48A8-BBE8-B176B6ABA694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BDE3D-AE16-E534-6D70-CB46CCB1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221FA-3A49-51AF-4A9E-C142A92C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8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B39C-B786-DAFD-D43C-D66A5A86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C185-F038-A406-ACE3-D7DB5951B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BFE4C-9840-1E5F-7051-F4618D36E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559B0-1B0B-03E8-5BBD-72FEB6D2B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39F98-5C6B-0EA0-690B-4BA5A37EE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96BB2-F98B-A298-76CF-05999D11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87E7-017E-4632-8C4D-D275CDC799F2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E8C09-3D23-140A-AF51-4862DAEC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E7F52-13AD-9995-5B9A-A489FABA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9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A020-9439-59F4-3EC6-EABA73BCA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2B603-04AC-AFAA-6DA6-F64B137D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A98C-4A61-43DA-A6F6-0B5FC013990A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DB135-2FA6-6B32-098E-16FC5278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B4454-EB9F-BE6D-428A-D0E57874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7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D7CC8-F3E0-DEF3-39B8-8B02324B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5942-F90B-4B5C-B76E-1BC6D730A34C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A7E7D-C181-6D77-4D63-230BA246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78DAB-A135-AE25-7082-184D5AFA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4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EEAF-9AB8-8633-C43D-4F96C084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B7BC-4383-001C-BFD5-EB6139D24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9BEF9-37AA-5D7F-2AAC-C32462BA3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A1270-EFA8-D1B2-283E-9B6E0C15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6CC8B-6B9B-4425-8A10-C2C08B38CA83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BE0D-0EB2-8D07-6165-1FC2899D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EDA44-B60F-0C12-AAC9-DC7CE79B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58C6-67EC-CBBC-B93F-02C4C909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DFBD5-B111-3A66-EDAE-CC95CA949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76C34-9AA5-92C3-5C69-7F2420CC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B2F8C-9EA4-76C6-DB8C-4C00322D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3087-A829-4FD4-95BD-394AA9091A52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A974-6C35-281F-6207-C4B30970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B9F86-EFC8-68DC-A3F8-3E31FA87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6098E-71EF-4749-A9EB-5148CCF1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CC61C-10E1-E595-CD41-500BFFEB3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4A572-E494-F177-CDE2-36DC6774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F000-6FCF-4C15-9157-89F7629018B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0563-EA1F-1E3F-83F1-5E0AC4D5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DEEB4-452C-C7C7-7251-F69A876D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5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5D23D-4698-8117-7C5A-32D26A625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0FAB3-1D83-4E96-F014-0DE0B5120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EB56-D2B5-1789-6BF5-A7A5330B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5002-66DE-4094-936B-ED761F22BB3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2843-5417-81F7-CF67-A4DA326E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3D834-2344-1036-5A0B-A818784C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87C95-AFEC-13B9-5EA2-08283B53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5158-BF8F-B0D9-A68D-DE12D60E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FC2BE-207C-1B37-83EB-5001F023C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96C2B-57D7-41B8-A113-D40EC6E25A55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21862-8BE3-F4D6-62A0-8522570E0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9FE8-2160-F1DB-378C-62D83D3BF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576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692BF-58F6-4C23-91E6-E092FE937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9C7E-36E8-893F-0C4E-D6112D68E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38518"/>
            <a:ext cx="12191999" cy="1311451"/>
          </a:xfrm>
        </p:spPr>
        <p:txBody>
          <a:bodyPr>
            <a:normAutofit fontScale="90000"/>
          </a:bodyPr>
          <a:lstStyle/>
          <a:p>
            <a:r>
              <a:rPr lang="en-US" b="1"/>
              <a:t>Brown University Project</a:t>
            </a:r>
            <a:r>
              <a:rPr lang="en-US"/>
              <a:t> </a:t>
            </a:r>
            <a:br>
              <a:rPr lang="en-US"/>
            </a:br>
            <a:r>
              <a:rPr lang="en-US" sz="5300"/>
              <a:t>Solving forward and inverse problems in mathematical modeling of wave propagation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D1DDC-1A09-FC6D-2052-ECF32B345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1945"/>
            <a:ext cx="9144000" cy="1655762"/>
          </a:xfrm>
        </p:spPr>
        <p:txBody>
          <a:bodyPr/>
          <a:lstStyle/>
          <a:p>
            <a:r>
              <a:rPr lang="en-US" b="1"/>
              <a:t>Abolfazl Khan Mohammadi</a:t>
            </a:r>
          </a:p>
          <a:p>
            <a:r>
              <a:rPr lang="en-US" b="1"/>
              <a:t>Sara Betancur Giraldo</a:t>
            </a:r>
          </a:p>
          <a:p>
            <a:r>
              <a:rPr lang="en-US" b="1"/>
              <a:t>Michele Battistoni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1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401270-2C46-5E76-339F-A4802730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Accurate modeling</a:t>
            </a:r>
          </a:p>
        </p:txBody>
      </p:sp>
      <p:pic>
        <p:nvPicPr>
          <p:cNvPr id="7" name="Content Placeholder 6" descr="Wind Turbines outline">
            <a:extLst>
              <a:ext uri="{FF2B5EF4-FFF2-40B4-BE49-F238E27FC236}">
                <a16:creationId xmlns:a16="http://schemas.microsoft.com/office/drawing/2014/main" id="{79F604E5-CAEB-D1B5-BFD7-B2B8C2F8B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163950"/>
            <a:ext cx="1265050" cy="1265050"/>
          </a:xfrm>
        </p:spPr>
      </p:pic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B794314-0749-D809-A8A9-6DCA31DCD9FC}"/>
              </a:ext>
            </a:extLst>
          </p:cNvPr>
          <p:cNvGrpSpPr/>
          <p:nvPr/>
        </p:nvGrpSpPr>
        <p:grpSpPr>
          <a:xfrm>
            <a:off x="1919399" y="2321112"/>
            <a:ext cx="908074" cy="830189"/>
            <a:chOff x="1815069" y="2321112"/>
            <a:chExt cx="661754" cy="60007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B827A5-5BE4-026B-8792-450318C87610}"/>
                </a:ext>
              </a:extLst>
            </p:cNvPr>
            <p:cNvSpPr/>
            <p:nvPr/>
          </p:nvSpPr>
          <p:spPr>
            <a:xfrm rot="8014493">
              <a:off x="1815069" y="2475422"/>
              <a:ext cx="301942" cy="301942"/>
            </a:xfrm>
            <a:custGeom>
              <a:avLst/>
              <a:gdLst>
                <a:gd name="connsiteX0" fmla="*/ 57150 w 301942"/>
                <a:gd name="connsiteY0" fmla="*/ 301943 h 301942"/>
                <a:gd name="connsiteX1" fmla="*/ 0 w 301942"/>
                <a:gd name="connsiteY1" fmla="*/ 301943 h 301942"/>
                <a:gd name="connsiteX2" fmla="*/ 301943 w 301942"/>
                <a:gd name="connsiteY2" fmla="*/ 0 h 301942"/>
                <a:gd name="connsiteX3" fmla="*/ 301943 w 301942"/>
                <a:gd name="connsiteY3" fmla="*/ 57150 h 301942"/>
                <a:gd name="connsiteX4" fmla="*/ 57150 w 301942"/>
                <a:gd name="connsiteY4" fmla="*/ 301943 h 30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942" h="301942">
                  <a:moveTo>
                    <a:pt x="57150" y="301943"/>
                  </a:moveTo>
                  <a:lnTo>
                    <a:pt x="0" y="301943"/>
                  </a:lnTo>
                  <a:cubicBezTo>
                    <a:pt x="210" y="135271"/>
                    <a:pt x="135271" y="210"/>
                    <a:pt x="301943" y="0"/>
                  </a:cubicBezTo>
                  <a:lnTo>
                    <a:pt x="301943" y="57150"/>
                  </a:lnTo>
                  <a:cubicBezTo>
                    <a:pt x="166812" y="57307"/>
                    <a:pt x="57307" y="166812"/>
                    <a:pt x="57150" y="30194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231EA3B-8FE1-F8C3-0CA3-B230FBF2764B}"/>
                </a:ext>
              </a:extLst>
            </p:cNvPr>
            <p:cNvSpPr/>
            <p:nvPr/>
          </p:nvSpPr>
          <p:spPr>
            <a:xfrm rot="8014493">
              <a:off x="1845771" y="2398326"/>
              <a:ext cx="451008" cy="450627"/>
            </a:xfrm>
            <a:custGeom>
              <a:avLst/>
              <a:gdLst>
                <a:gd name="connsiteX0" fmla="*/ 57150 w 451008"/>
                <a:gd name="connsiteY0" fmla="*/ 450628 h 450627"/>
                <a:gd name="connsiteX1" fmla="*/ 0 w 451008"/>
                <a:gd name="connsiteY1" fmla="*/ 450628 h 450627"/>
                <a:gd name="connsiteX2" fmla="*/ 451009 w 451008"/>
                <a:gd name="connsiteY2" fmla="*/ 0 h 450627"/>
                <a:gd name="connsiteX3" fmla="*/ 451009 w 451008"/>
                <a:gd name="connsiteY3" fmla="*/ 57150 h 450627"/>
                <a:gd name="connsiteX4" fmla="*/ 57150 w 451008"/>
                <a:gd name="connsiteY4" fmla="*/ 450628 h 45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008" h="450627">
                  <a:moveTo>
                    <a:pt x="57150" y="450628"/>
                  </a:moveTo>
                  <a:lnTo>
                    <a:pt x="0" y="450628"/>
                  </a:lnTo>
                  <a:cubicBezTo>
                    <a:pt x="472" y="201800"/>
                    <a:pt x="202181" y="262"/>
                    <a:pt x="451009" y="0"/>
                  </a:cubicBezTo>
                  <a:lnTo>
                    <a:pt x="451009" y="57150"/>
                  </a:lnTo>
                  <a:cubicBezTo>
                    <a:pt x="233743" y="57412"/>
                    <a:pt x="57622" y="233363"/>
                    <a:pt x="57150" y="45062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EF6A629-95C4-653A-7B60-C0C55A3EDB4B}"/>
                </a:ext>
              </a:extLst>
            </p:cNvPr>
            <p:cNvSpPr/>
            <p:nvPr/>
          </p:nvSpPr>
          <p:spPr>
            <a:xfrm rot="8014493">
              <a:off x="1876748" y="2321112"/>
              <a:ext cx="600075" cy="600075"/>
            </a:xfrm>
            <a:custGeom>
              <a:avLst/>
              <a:gdLst>
                <a:gd name="connsiteX0" fmla="*/ 57150 w 600075"/>
                <a:gd name="connsiteY0" fmla="*/ 600075 h 600075"/>
                <a:gd name="connsiteX1" fmla="*/ 0 w 600075"/>
                <a:gd name="connsiteY1" fmla="*/ 600075 h 600075"/>
                <a:gd name="connsiteX2" fmla="*/ 600075 w 600075"/>
                <a:gd name="connsiteY2" fmla="*/ 0 h 600075"/>
                <a:gd name="connsiteX3" fmla="*/ 600075 w 600075"/>
                <a:gd name="connsiteY3" fmla="*/ 57150 h 600075"/>
                <a:gd name="connsiteX4" fmla="*/ 57150 w 600075"/>
                <a:gd name="connsiteY4" fmla="*/ 600075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075" h="600075">
                  <a:moveTo>
                    <a:pt x="57150" y="600075"/>
                  </a:moveTo>
                  <a:lnTo>
                    <a:pt x="0" y="600075"/>
                  </a:lnTo>
                  <a:cubicBezTo>
                    <a:pt x="368" y="268816"/>
                    <a:pt x="268816" y="368"/>
                    <a:pt x="600075" y="0"/>
                  </a:cubicBezTo>
                  <a:lnTo>
                    <a:pt x="600075" y="57150"/>
                  </a:lnTo>
                  <a:cubicBezTo>
                    <a:pt x="300357" y="57465"/>
                    <a:pt x="57465" y="300357"/>
                    <a:pt x="57150" y="6000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7191A3B-25DD-1445-74A7-EBD9C1724A2F}"/>
              </a:ext>
            </a:extLst>
          </p:cNvPr>
          <p:cNvGrpSpPr>
            <a:grpSpLocks noChangeAspect="1"/>
          </p:cNvGrpSpPr>
          <p:nvPr/>
        </p:nvGrpSpPr>
        <p:grpSpPr>
          <a:xfrm>
            <a:off x="3993309" y="1690688"/>
            <a:ext cx="2027731" cy="2347471"/>
            <a:chOff x="2239469" y="4152296"/>
            <a:chExt cx="1334056" cy="1544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C6B66C-69E8-2FA0-EDB3-AE6FFBB4BF89}"/>
                </a:ext>
              </a:extLst>
            </p:cNvPr>
            <p:cNvGrpSpPr/>
            <p:nvPr/>
          </p:nvGrpSpPr>
          <p:grpSpPr>
            <a:xfrm>
              <a:off x="2300701" y="5465386"/>
              <a:ext cx="1235049" cy="231325"/>
              <a:chOff x="2235669" y="5208602"/>
              <a:chExt cx="762000" cy="19250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FC2E34D-BBAD-FCC6-5E06-A24E180FD5A9}"/>
                  </a:ext>
                </a:extLst>
              </p:cNvPr>
              <p:cNvSpPr/>
              <p:nvPr/>
            </p:nvSpPr>
            <p:spPr>
              <a:xfrm>
                <a:off x="2235669" y="5322902"/>
                <a:ext cx="762000" cy="78200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66750 w 762000"/>
                  <a:gd name="connsiteY2" fmla="*/ 0 h 78200"/>
                  <a:gd name="connsiteX3" fmla="*/ 609600 w 762000"/>
                  <a:gd name="connsiteY3" fmla="*/ 12097 h 78200"/>
                  <a:gd name="connsiteX4" fmla="*/ 571500 w 762000"/>
                  <a:gd name="connsiteY4" fmla="*/ 21050 h 78200"/>
                  <a:gd name="connsiteX5" fmla="*/ 571500 w 762000"/>
                  <a:gd name="connsiteY5" fmla="*/ 21050 h 78200"/>
                  <a:gd name="connsiteX6" fmla="*/ 533400 w 762000"/>
                  <a:gd name="connsiteY6" fmla="*/ 12097 h 78200"/>
                  <a:gd name="connsiteX7" fmla="*/ 476250 w 762000"/>
                  <a:gd name="connsiteY7" fmla="*/ 0 h 78200"/>
                  <a:gd name="connsiteX8" fmla="*/ 476250 w 762000"/>
                  <a:gd name="connsiteY8" fmla="*/ 0 h 78200"/>
                  <a:gd name="connsiteX9" fmla="*/ 419100 w 762000"/>
                  <a:gd name="connsiteY9" fmla="*/ 12097 h 78200"/>
                  <a:gd name="connsiteX10" fmla="*/ 381000 w 762000"/>
                  <a:gd name="connsiteY10" fmla="*/ 21050 h 78200"/>
                  <a:gd name="connsiteX11" fmla="*/ 342900 w 762000"/>
                  <a:gd name="connsiteY11" fmla="*/ 12097 h 78200"/>
                  <a:gd name="connsiteX12" fmla="*/ 285750 w 762000"/>
                  <a:gd name="connsiteY12" fmla="*/ 0 h 78200"/>
                  <a:gd name="connsiteX13" fmla="*/ 285750 w 762000"/>
                  <a:gd name="connsiteY13" fmla="*/ 0 h 78200"/>
                  <a:gd name="connsiteX14" fmla="*/ 228600 w 762000"/>
                  <a:gd name="connsiteY14" fmla="*/ 12097 h 78200"/>
                  <a:gd name="connsiteX15" fmla="*/ 190500 w 762000"/>
                  <a:gd name="connsiteY15" fmla="*/ 21050 h 78200"/>
                  <a:gd name="connsiteX16" fmla="*/ 152400 w 762000"/>
                  <a:gd name="connsiteY16" fmla="*/ 12097 h 78200"/>
                  <a:gd name="connsiteX17" fmla="*/ 95250 w 762000"/>
                  <a:gd name="connsiteY17" fmla="*/ 0 h 78200"/>
                  <a:gd name="connsiteX18" fmla="*/ 95250 w 762000"/>
                  <a:gd name="connsiteY18" fmla="*/ 0 h 78200"/>
                  <a:gd name="connsiteX19" fmla="*/ 38100 w 762000"/>
                  <a:gd name="connsiteY19" fmla="*/ 12097 h 78200"/>
                  <a:gd name="connsiteX20" fmla="*/ 0 w 762000"/>
                  <a:gd name="connsiteY20" fmla="*/ 21050 h 78200"/>
                  <a:gd name="connsiteX21" fmla="*/ 0 w 762000"/>
                  <a:gd name="connsiteY21" fmla="*/ 78200 h 78200"/>
                  <a:gd name="connsiteX22" fmla="*/ 57150 w 762000"/>
                  <a:gd name="connsiteY22" fmla="*/ 66104 h 78200"/>
                  <a:gd name="connsiteX23" fmla="*/ 95250 w 762000"/>
                  <a:gd name="connsiteY23" fmla="*/ 56579 h 78200"/>
                  <a:gd name="connsiteX24" fmla="*/ 133350 w 762000"/>
                  <a:gd name="connsiteY24" fmla="*/ 66104 h 78200"/>
                  <a:gd name="connsiteX25" fmla="*/ 190500 w 762000"/>
                  <a:gd name="connsiteY25" fmla="*/ 78200 h 78200"/>
                  <a:gd name="connsiteX26" fmla="*/ 190500 w 762000"/>
                  <a:gd name="connsiteY26" fmla="*/ 78200 h 78200"/>
                  <a:gd name="connsiteX27" fmla="*/ 247650 w 762000"/>
                  <a:gd name="connsiteY27" fmla="*/ 66104 h 78200"/>
                  <a:gd name="connsiteX28" fmla="*/ 285750 w 762000"/>
                  <a:gd name="connsiteY28" fmla="*/ 56579 h 78200"/>
                  <a:gd name="connsiteX29" fmla="*/ 323850 w 762000"/>
                  <a:gd name="connsiteY29" fmla="*/ 65532 h 78200"/>
                  <a:gd name="connsiteX30" fmla="*/ 381000 w 762000"/>
                  <a:gd name="connsiteY30" fmla="*/ 78200 h 78200"/>
                  <a:gd name="connsiteX31" fmla="*/ 438150 w 762000"/>
                  <a:gd name="connsiteY31" fmla="*/ 66104 h 78200"/>
                  <a:gd name="connsiteX32" fmla="*/ 476250 w 762000"/>
                  <a:gd name="connsiteY32" fmla="*/ 56579 h 78200"/>
                  <a:gd name="connsiteX33" fmla="*/ 514350 w 762000"/>
                  <a:gd name="connsiteY33" fmla="*/ 66104 h 78200"/>
                  <a:gd name="connsiteX34" fmla="*/ 571500 w 762000"/>
                  <a:gd name="connsiteY34" fmla="*/ 78200 h 78200"/>
                  <a:gd name="connsiteX35" fmla="*/ 571500 w 762000"/>
                  <a:gd name="connsiteY35" fmla="*/ 78200 h 78200"/>
                  <a:gd name="connsiteX36" fmla="*/ 628650 w 762000"/>
                  <a:gd name="connsiteY36" fmla="*/ 66104 h 78200"/>
                  <a:gd name="connsiteX37" fmla="*/ 666750 w 762000"/>
                  <a:gd name="connsiteY37" fmla="*/ 56579 h 78200"/>
                  <a:gd name="connsiteX38" fmla="*/ 704850 w 762000"/>
                  <a:gd name="connsiteY38" fmla="*/ 65532 h 78200"/>
                  <a:gd name="connsiteX39" fmla="*/ 762000 w 762000"/>
                  <a:gd name="connsiteY39" fmla="*/ 78200 h 78200"/>
                  <a:gd name="connsiteX40" fmla="*/ 762000 w 762000"/>
                  <a:gd name="connsiteY40" fmla="*/ 21050 h 78200"/>
                  <a:gd name="connsiteX41" fmla="*/ 723900 w 762000"/>
                  <a:gd name="connsiteY41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A76D1D9-341C-4A9A-A0FC-DABC010804F9}"/>
                  </a:ext>
                </a:extLst>
              </p:cNvPr>
              <p:cNvSpPr/>
              <p:nvPr/>
            </p:nvSpPr>
            <p:spPr>
              <a:xfrm>
                <a:off x="2235669" y="5208602"/>
                <a:ext cx="762000" cy="78200"/>
              </a:xfrm>
              <a:custGeom>
                <a:avLst/>
                <a:gdLst>
                  <a:gd name="connsiteX0" fmla="*/ 723900 w 762000"/>
                  <a:gd name="connsiteY0" fmla="*/ 12097 h 78200"/>
                  <a:gd name="connsiteX1" fmla="*/ 666750 w 762000"/>
                  <a:gd name="connsiteY1" fmla="*/ 0 h 78200"/>
                  <a:gd name="connsiteX2" fmla="*/ 666750 w 762000"/>
                  <a:gd name="connsiteY2" fmla="*/ 0 h 78200"/>
                  <a:gd name="connsiteX3" fmla="*/ 609600 w 762000"/>
                  <a:gd name="connsiteY3" fmla="*/ 12097 h 78200"/>
                  <a:gd name="connsiteX4" fmla="*/ 571500 w 762000"/>
                  <a:gd name="connsiteY4" fmla="*/ 21050 h 78200"/>
                  <a:gd name="connsiteX5" fmla="*/ 571500 w 762000"/>
                  <a:gd name="connsiteY5" fmla="*/ 21050 h 78200"/>
                  <a:gd name="connsiteX6" fmla="*/ 533400 w 762000"/>
                  <a:gd name="connsiteY6" fmla="*/ 12097 h 78200"/>
                  <a:gd name="connsiteX7" fmla="*/ 476250 w 762000"/>
                  <a:gd name="connsiteY7" fmla="*/ 0 h 78200"/>
                  <a:gd name="connsiteX8" fmla="*/ 476250 w 762000"/>
                  <a:gd name="connsiteY8" fmla="*/ 0 h 78200"/>
                  <a:gd name="connsiteX9" fmla="*/ 419100 w 762000"/>
                  <a:gd name="connsiteY9" fmla="*/ 12097 h 78200"/>
                  <a:gd name="connsiteX10" fmla="*/ 381000 w 762000"/>
                  <a:gd name="connsiteY10" fmla="*/ 21050 h 78200"/>
                  <a:gd name="connsiteX11" fmla="*/ 342900 w 762000"/>
                  <a:gd name="connsiteY11" fmla="*/ 12097 h 78200"/>
                  <a:gd name="connsiteX12" fmla="*/ 285750 w 762000"/>
                  <a:gd name="connsiteY12" fmla="*/ 0 h 78200"/>
                  <a:gd name="connsiteX13" fmla="*/ 285750 w 762000"/>
                  <a:gd name="connsiteY13" fmla="*/ 0 h 78200"/>
                  <a:gd name="connsiteX14" fmla="*/ 228600 w 762000"/>
                  <a:gd name="connsiteY14" fmla="*/ 12097 h 78200"/>
                  <a:gd name="connsiteX15" fmla="*/ 190500 w 762000"/>
                  <a:gd name="connsiteY15" fmla="*/ 21050 h 78200"/>
                  <a:gd name="connsiteX16" fmla="*/ 152400 w 762000"/>
                  <a:gd name="connsiteY16" fmla="*/ 12097 h 78200"/>
                  <a:gd name="connsiteX17" fmla="*/ 95250 w 762000"/>
                  <a:gd name="connsiteY17" fmla="*/ 0 h 78200"/>
                  <a:gd name="connsiteX18" fmla="*/ 95250 w 762000"/>
                  <a:gd name="connsiteY18" fmla="*/ 0 h 78200"/>
                  <a:gd name="connsiteX19" fmla="*/ 38100 w 762000"/>
                  <a:gd name="connsiteY19" fmla="*/ 12097 h 78200"/>
                  <a:gd name="connsiteX20" fmla="*/ 0 w 762000"/>
                  <a:gd name="connsiteY20" fmla="*/ 21050 h 78200"/>
                  <a:gd name="connsiteX21" fmla="*/ 0 w 762000"/>
                  <a:gd name="connsiteY21" fmla="*/ 78200 h 78200"/>
                  <a:gd name="connsiteX22" fmla="*/ 57150 w 762000"/>
                  <a:gd name="connsiteY22" fmla="*/ 66104 h 78200"/>
                  <a:gd name="connsiteX23" fmla="*/ 95250 w 762000"/>
                  <a:gd name="connsiteY23" fmla="*/ 56579 h 78200"/>
                  <a:gd name="connsiteX24" fmla="*/ 133350 w 762000"/>
                  <a:gd name="connsiteY24" fmla="*/ 66104 h 78200"/>
                  <a:gd name="connsiteX25" fmla="*/ 190500 w 762000"/>
                  <a:gd name="connsiteY25" fmla="*/ 78200 h 78200"/>
                  <a:gd name="connsiteX26" fmla="*/ 190500 w 762000"/>
                  <a:gd name="connsiteY26" fmla="*/ 78200 h 78200"/>
                  <a:gd name="connsiteX27" fmla="*/ 247650 w 762000"/>
                  <a:gd name="connsiteY27" fmla="*/ 66104 h 78200"/>
                  <a:gd name="connsiteX28" fmla="*/ 285750 w 762000"/>
                  <a:gd name="connsiteY28" fmla="*/ 56579 h 78200"/>
                  <a:gd name="connsiteX29" fmla="*/ 323850 w 762000"/>
                  <a:gd name="connsiteY29" fmla="*/ 65532 h 78200"/>
                  <a:gd name="connsiteX30" fmla="*/ 381000 w 762000"/>
                  <a:gd name="connsiteY30" fmla="*/ 78200 h 78200"/>
                  <a:gd name="connsiteX31" fmla="*/ 438150 w 762000"/>
                  <a:gd name="connsiteY31" fmla="*/ 66104 h 78200"/>
                  <a:gd name="connsiteX32" fmla="*/ 476250 w 762000"/>
                  <a:gd name="connsiteY32" fmla="*/ 56579 h 78200"/>
                  <a:gd name="connsiteX33" fmla="*/ 514350 w 762000"/>
                  <a:gd name="connsiteY33" fmla="*/ 66104 h 78200"/>
                  <a:gd name="connsiteX34" fmla="*/ 571500 w 762000"/>
                  <a:gd name="connsiteY34" fmla="*/ 78200 h 78200"/>
                  <a:gd name="connsiteX35" fmla="*/ 571500 w 762000"/>
                  <a:gd name="connsiteY35" fmla="*/ 78200 h 78200"/>
                  <a:gd name="connsiteX36" fmla="*/ 628650 w 762000"/>
                  <a:gd name="connsiteY36" fmla="*/ 66104 h 78200"/>
                  <a:gd name="connsiteX37" fmla="*/ 666750 w 762000"/>
                  <a:gd name="connsiteY37" fmla="*/ 56579 h 78200"/>
                  <a:gd name="connsiteX38" fmla="*/ 704850 w 762000"/>
                  <a:gd name="connsiteY38" fmla="*/ 65532 h 78200"/>
                  <a:gd name="connsiteX39" fmla="*/ 762000 w 762000"/>
                  <a:gd name="connsiteY39" fmla="*/ 78200 h 78200"/>
                  <a:gd name="connsiteX40" fmla="*/ 762000 w 762000"/>
                  <a:gd name="connsiteY40" fmla="*/ 21050 h 78200"/>
                  <a:gd name="connsiteX41" fmla="*/ 723900 w 762000"/>
                  <a:gd name="connsiteY41" fmla="*/ 12097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121E1B8-E56B-40D9-5EAF-886E3C1BD9DE}"/>
                </a:ext>
              </a:extLst>
            </p:cNvPr>
            <p:cNvGrpSpPr/>
            <p:nvPr/>
          </p:nvGrpSpPr>
          <p:grpSpPr>
            <a:xfrm>
              <a:off x="2300702" y="4152296"/>
              <a:ext cx="1204440" cy="803116"/>
              <a:chOff x="2300702" y="4304696"/>
              <a:chExt cx="1204440" cy="803116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EA0581-7002-3B6B-0FFF-C7B4ED6D1472}"/>
                  </a:ext>
                </a:extLst>
              </p:cNvPr>
              <p:cNvSpPr/>
              <p:nvPr/>
            </p:nvSpPr>
            <p:spPr>
              <a:xfrm>
                <a:off x="2300702" y="4665370"/>
                <a:ext cx="514283" cy="335518"/>
              </a:xfrm>
              <a:custGeom>
                <a:avLst/>
                <a:gdLst>
                  <a:gd name="connsiteX0" fmla="*/ 179022 w 514283"/>
                  <a:gd name="connsiteY0" fmla="*/ 241821 h 335518"/>
                  <a:gd name="connsiteX1" fmla="*/ 198072 w 514283"/>
                  <a:gd name="connsiteY1" fmla="*/ 245793 h 335518"/>
                  <a:gd name="connsiteX2" fmla="*/ 487328 w 514283"/>
                  <a:gd name="connsiteY2" fmla="*/ 335518 h 335518"/>
                  <a:gd name="connsiteX3" fmla="*/ 514283 w 514283"/>
                  <a:gd name="connsiteY3" fmla="*/ 326298 h 335518"/>
                  <a:gd name="connsiteX4" fmla="*/ 201978 w 514283"/>
                  <a:gd name="connsiteY4" fmla="*/ 227190 h 335518"/>
                  <a:gd name="connsiteX5" fmla="*/ 182832 w 514283"/>
                  <a:gd name="connsiteY5" fmla="*/ 223161 h 335518"/>
                  <a:gd name="connsiteX6" fmla="*/ 180927 w 514283"/>
                  <a:gd name="connsiteY6" fmla="*/ 222809 h 335518"/>
                  <a:gd name="connsiteX7" fmla="*/ 180927 w 514283"/>
                  <a:gd name="connsiteY7" fmla="*/ 158934 h 335518"/>
                  <a:gd name="connsiteX8" fmla="*/ 229686 w 514283"/>
                  <a:gd name="connsiteY8" fmla="*/ 141246 h 335518"/>
                  <a:gd name="connsiteX9" fmla="*/ 247279 w 514283"/>
                  <a:gd name="connsiteY9" fmla="*/ 82563 h 335518"/>
                  <a:gd name="connsiteX10" fmla="*/ 246488 w 514283"/>
                  <a:gd name="connsiteY10" fmla="*/ 75200 h 335518"/>
                  <a:gd name="connsiteX11" fmla="*/ 239163 w 514283"/>
                  <a:gd name="connsiteY11" fmla="*/ 74143 h 335518"/>
                  <a:gd name="connsiteX12" fmla="*/ 205197 w 514283"/>
                  <a:gd name="connsiteY12" fmla="*/ 76200 h 335518"/>
                  <a:gd name="connsiteX13" fmla="*/ 207778 w 514283"/>
                  <a:gd name="connsiteY13" fmla="*/ 62208 h 335518"/>
                  <a:gd name="connsiteX14" fmla="*/ 178251 w 514283"/>
                  <a:gd name="connsiteY14" fmla="*/ 5829 h 335518"/>
                  <a:gd name="connsiteX15" fmla="*/ 171841 w 514283"/>
                  <a:gd name="connsiteY15" fmla="*/ 0 h 335518"/>
                  <a:gd name="connsiteX16" fmla="*/ 165430 w 514283"/>
                  <a:gd name="connsiteY16" fmla="*/ 5829 h 335518"/>
                  <a:gd name="connsiteX17" fmla="*/ 135903 w 514283"/>
                  <a:gd name="connsiteY17" fmla="*/ 62894 h 335518"/>
                  <a:gd name="connsiteX18" fmla="*/ 138160 w 514283"/>
                  <a:gd name="connsiteY18" fmla="*/ 76086 h 335518"/>
                  <a:gd name="connsiteX19" fmla="*/ 103775 w 514283"/>
                  <a:gd name="connsiteY19" fmla="*/ 74028 h 335518"/>
                  <a:gd name="connsiteX20" fmla="*/ 96460 w 514283"/>
                  <a:gd name="connsiteY20" fmla="*/ 75095 h 335518"/>
                  <a:gd name="connsiteX21" fmla="*/ 95679 w 514283"/>
                  <a:gd name="connsiteY21" fmla="*/ 82439 h 335518"/>
                  <a:gd name="connsiteX22" fmla="*/ 113252 w 514283"/>
                  <a:gd name="connsiteY22" fmla="*/ 141122 h 335518"/>
                  <a:gd name="connsiteX23" fmla="*/ 161877 w 514283"/>
                  <a:gd name="connsiteY23" fmla="*/ 158744 h 335518"/>
                  <a:gd name="connsiteX24" fmla="*/ 161877 w 514283"/>
                  <a:gd name="connsiteY24" fmla="*/ 219256 h 335518"/>
                  <a:gd name="connsiteX25" fmla="*/ 19831 w 514283"/>
                  <a:gd name="connsiteY25" fmla="*/ 198939 h 335518"/>
                  <a:gd name="connsiteX26" fmla="*/ 0 w 514283"/>
                  <a:gd name="connsiteY26" fmla="*/ 197187 h 335518"/>
                  <a:gd name="connsiteX27" fmla="*/ 0 w 514283"/>
                  <a:gd name="connsiteY27" fmla="*/ 216313 h 335518"/>
                  <a:gd name="connsiteX28" fmla="*/ 18098 w 514283"/>
                  <a:gd name="connsiteY28" fmla="*/ 217903 h 335518"/>
                  <a:gd name="connsiteX29" fmla="*/ 179022 w 514283"/>
                  <a:gd name="connsiteY29" fmla="*/ 241821 h 335518"/>
                  <a:gd name="connsiteX30" fmla="*/ 228552 w 514283"/>
                  <a:gd name="connsiteY30" fmla="*/ 92516 h 335518"/>
                  <a:gd name="connsiteX31" fmla="*/ 216513 w 514283"/>
                  <a:gd name="connsiteY31" fmla="*/ 127521 h 335518"/>
                  <a:gd name="connsiteX32" fmla="*/ 184737 w 514283"/>
                  <a:gd name="connsiteY32" fmla="*/ 139560 h 335518"/>
                  <a:gd name="connsiteX33" fmla="*/ 185176 w 514283"/>
                  <a:gd name="connsiteY33" fmla="*/ 115110 h 335518"/>
                  <a:gd name="connsiteX34" fmla="*/ 193110 w 514283"/>
                  <a:gd name="connsiteY34" fmla="*/ 103261 h 335518"/>
                  <a:gd name="connsiteX35" fmla="*/ 227514 w 514283"/>
                  <a:gd name="connsiteY35" fmla="*/ 92545 h 335518"/>
                  <a:gd name="connsiteX36" fmla="*/ 171879 w 514283"/>
                  <a:gd name="connsiteY36" fmla="*/ 26651 h 335518"/>
                  <a:gd name="connsiteX37" fmla="*/ 188805 w 514283"/>
                  <a:gd name="connsiteY37" fmla="*/ 61455 h 335518"/>
                  <a:gd name="connsiteX38" fmla="*/ 174517 w 514283"/>
                  <a:gd name="connsiteY38" fmla="*/ 92316 h 335518"/>
                  <a:gd name="connsiteX39" fmla="*/ 168364 w 514283"/>
                  <a:gd name="connsiteY39" fmla="*/ 91497 h 335518"/>
                  <a:gd name="connsiteX40" fmla="*/ 154934 w 514283"/>
                  <a:gd name="connsiteY40" fmla="*/ 62170 h 335518"/>
                  <a:gd name="connsiteX41" fmla="*/ 171879 w 514283"/>
                  <a:gd name="connsiteY41" fmla="*/ 26651 h 335518"/>
                  <a:gd name="connsiteX42" fmla="*/ 158963 w 514283"/>
                  <a:gd name="connsiteY42" fmla="*/ 139417 h 335518"/>
                  <a:gd name="connsiteX43" fmla="*/ 126502 w 514283"/>
                  <a:gd name="connsiteY43" fmla="*/ 127387 h 335518"/>
                  <a:gd name="connsiteX44" fmla="*/ 114471 w 514283"/>
                  <a:gd name="connsiteY44" fmla="*/ 92392 h 335518"/>
                  <a:gd name="connsiteX45" fmla="*/ 149781 w 514283"/>
                  <a:gd name="connsiteY45" fmla="*/ 102870 h 335518"/>
                  <a:gd name="connsiteX46" fmla="*/ 158125 w 514283"/>
                  <a:gd name="connsiteY46" fmla="*/ 115557 h 335518"/>
                  <a:gd name="connsiteX47" fmla="*/ 158963 w 514283"/>
                  <a:gd name="connsiteY47" fmla="*/ 139417 h 335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14283" h="335518">
                    <a:moveTo>
                      <a:pt x="179022" y="241821"/>
                    </a:moveTo>
                    <a:lnTo>
                      <a:pt x="198072" y="245793"/>
                    </a:lnTo>
                    <a:cubicBezTo>
                      <a:pt x="297033" y="266788"/>
                      <a:pt x="393858" y="296822"/>
                      <a:pt x="487328" y="335518"/>
                    </a:cubicBezTo>
                    <a:cubicBezTo>
                      <a:pt x="496288" y="332375"/>
                      <a:pt x="505273" y="329301"/>
                      <a:pt x="514283" y="326298"/>
                    </a:cubicBezTo>
                    <a:cubicBezTo>
                      <a:pt x="413676" y="283118"/>
                      <a:pt x="309073" y="249924"/>
                      <a:pt x="201978" y="227190"/>
                    </a:cubicBezTo>
                    <a:lnTo>
                      <a:pt x="182832" y="223161"/>
                    </a:lnTo>
                    <a:lnTo>
                      <a:pt x="180927" y="222809"/>
                    </a:lnTo>
                    <a:lnTo>
                      <a:pt x="180927" y="158934"/>
                    </a:lnTo>
                    <a:cubicBezTo>
                      <a:pt x="198719" y="158759"/>
                      <a:pt x="215919" y="152519"/>
                      <a:pt x="229686" y="141246"/>
                    </a:cubicBezTo>
                    <a:cubicBezTo>
                      <a:pt x="251060" y="120710"/>
                      <a:pt x="247440" y="84096"/>
                      <a:pt x="247279" y="82563"/>
                    </a:cubicBezTo>
                    <a:lnTo>
                      <a:pt x="246488" y="75200"/>
                    </a:lnTo>
                    <a:lnTo>
                      <a:pt x="239163" y="74143"/>
                    </a:lnTo>
                    <a:cubicBezTo>
                      <a:pt x="227808" y="72816"/>
                      <a:pt x="216309" y="73512"/>
                      <a:pt x="205197" y="76200"/>
                    </a:cubicBezTo>
                    <a:cubicBezTo>
                      <a:pt x="206539" y="71638"/>
                      <a:pt x="207404" y="66948"/>
                      <a:pt x="207778" y="62208"/>
                    </a:cubicBezTo>
                    <a:cubicBezTo>
                      <a:pt x="207778" y="33033"/>
                      <a:pt x="179441" y="6963"/>
                      <a:pt x="178251" y="5829"/>
                    </a:cubicBezTo>
                    <a:lnTo>
                      <a:pt x="171841" y="0"/>
                    </a:lnTo>
                    <a:lnTo>
                      <a:pt x="165430" y="5829"/>
                    </a:lnTo>
                    <a:cubicBezTo>
                      <a:pt x="164221" y="6925"/>
                      <a:pt x="135903" y="33033"/>
                      <a:pt x="135903" y="62894"/>
                    </a:cubicBezTo>
                    <a:cubicBezTo>
                      <a:pt x="136238" y="67352"/>
                      <a:pt x="136993" y="71769"/>
                      <a:pt x="138160" y="76086"/>
                    </a:cubicBezTo>
                    <a:cubicBezTo>
                      <a:pt x="126915" y="73343"/>
                      <a:pt x="115268" y="72646"/>
                      <a:pt x="103775" y="74028"/>
                    </a:cubicBezTo>
                    <a:lnTo>
                      <a:pt x="96460" y="75095"/>
                    </a:lnTo>
                    <a:lnTo>
                      <a:pt x="95679" y="82439"/>
                    </a:lnTo>
                    <a:cubicBezTo>
                      <a:pt x="95517" y="83991"/>
                      <a:pt x="91869" y="120586"/>
                      <a:pt x="113252" y="141122"/>
                    </a:cubicBezTo>
                    <a:cubicBezTo>
                      <a:pt x="126983" y="152360"/>
                      <a:pt x="144136" y="158576"/>
                      <a:pt x="161877" y="158744"/>
                    </a:cubicBezTo>
                    <a:lnTo>
                      <a:pt x="161877" y="219256"/>
                    </a:lnTo>
                    <a:cubicBezTo>
                      <a:pt x="115052" y="210531"/>
                      <a:pt x="67427" y="203625"/>
                      <a:pt x="19831" y="198939"/>
                    </a:cubicBezTo>
                    <a:lnTo>
                      <a:pt x="0" y="197187"/>
                    </a:lnTo>
                    <a:lnTo>
                      <a:pt x="0" y="216313"/>
                    </a:lnTo>
                    <a:lnTo>
                      <a:pt x="18098" y="217903"/>
                    </a:lnTo>
                    <a:cubicBezTo>
                      <a:pt x="72076" y="223228"/>
                      <a:pt x="126244" y="231277"/>
                      <a:pt x="179022" y="241821"/>
                    </a:cubicBezTo>
                    <a:close/>
                    <a:moveTo>
                      <a:pt x="228552" y="92516"/>
                    </a:moveTo>
                    <a:cubicBezTo>
                      <a:pt x="228998" y="105270"/>
                      <a:pt x="224709" y="117739"/>
                      <a:pt x="216513" y="127521"/>
                    </a:cubicBezTo>
                    <a:cubicBezTo>
                      <a:pt x="207425" y="134730"/>
                      <a:pt x="196321" y="138937"/>
                      <a:pt x="184737" y="139560"/>
                    </a:cubicBezTo>
                    <a:cubicBezTo>
                      <a:pt x="183726" y="131431"/>
                      <a:pt x="183873" y="123198"/>
                      <a:pt x="185176" y="115110"/>
                    </a:cubicBezTo>
                    <a:cubicBezTo>
                      <a:pt x="186910" y="110620"/>
                      <a:pt x="189620" y="106573"/>
                      <a:pt x="193110" y="103261"/>
                    </a:cubicBezTo>
                    <a:cubicBezTo>
                      <a:pt x="202892" y="95621"/>
                      <a:pt x="215124" y="91811"/>
                      <a:pt x="227514" y="92545"/>
                    </a:cubicBezTo>
                    <a:close/>
                    <a:moveTo>
                      <a:pt x="171879" y="26651"/>
                    </a:moveTo>
                    <a:cubicBezTo>
                      <a:pt x="181101" y="36142"/>
                      <a:pt x="187034" y="48341"/>
                      <a:pt x="188805" y="61455"/>
                    </a:cubicBezTo>
                    <a:cubicBezTo>
                      <a:pt x="187727" y="73078"/>
                      <a:pt x="182682" y="83975"/>
                      <a:pt x="174517" y="92316"/>
                    </a:cubicBezTo>
                    <a:cubicBezTo>
                      <a:pt x="172431" y="92685"/>
                      <a:pt x="170281" y="92398"/>
                      <a:pt x="168364" y="91497"/>
                    </a:cubicBezTo>
                    <a:cubicBezTo>
                      <a:pt x="160353" y="83762"/>
                      <a:pt x="155557" y="73288"/>
                      <a:pt x="154934" y="62170"/>
                    </a:cubicBezTo>
                    <a:cubicBezTo>
                      <a:pt x="156588" y="48808"/>
                      <a:pt x="162535" y="36345"/>
                      <a:pt x="171879" y="26651"/>
                    </a:cubicBezTo>
                    <a:close/>
                    <a:moveTo>
                      <a:pt x="158963" y="139417"/>
                    </a:moveTo>
                    <a:cubicBezTo>
                      <a:pt x="147151" y="138900"/>
                      <a:pt x="135798" y="134693"/>
                      <a:pt x="126502" y="127387"/>
                    </a:cubicBezTo>
                    <a:cubicBezTo>
                      <a:pt x="118320" y="117600"/>
                      <a:pt x="114037" y="105141"/>
                      <a:pt x="114471" y="92392"/>
                    </a:cubicBezTo>
                    <a:cubicBezTo>
                      <a:pt x="127124" y="91468"/>
                      <a:pt x="139679" y="95194"/>
                      <a:pt x="149781" y="102870"/>
                    </a:cubicBezTo>
                    <a:cubicBezTo>
                      <a:pt x="153325" y="106545"/>
                      <a:pt x="156155" y="110847"/>
                      <a:pt x="158125" y="115557"/>
                    </a:cubicBezTo>
                    <a:cubicBezTo>
                      <a:pt x="160228" y="123341"/>
                      <a:pt x="160514" y="131505"/>
                      <a:pt x="158963" y="1394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5854A50E-AE12-BDE9-E9A0-A1550871AA16}"/>
                  </a:ext>
                </a:extLst>
              </p:cNvPr>
              <p:cNvGrpSpPr/>
              <p:nvPr/>
            </p:nvGrpSpPr>
            <p:grpSpPr>
              <a:xfrm>
                <a:off x="2882684" y="4304696"/>
                <a:ext cx="249021" cy="249022"/>
                <a:chOff x="2882684" y="4469663"/>
                <a:chExt cx="249021" cy="249022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279ED6F-E754-E33C-F665-2CAF08914569}"/>
                    </a:ext>
                  </a:extLst>
                </p:cNvPr>
                <p:cNvSpPr/>
                <p:nvPr/>
              </p:nvSpPr>
              <p:spPr>
                <a:xfrm>
                  <a:off x="2997669" y="4469663"/>
                  <a:ext cx="19050" cy="47625"/>
                </a:xfrm>
                <a:custGeom>
                  <a:avLst/>
                  <a:gdLst>
                    <a:gd name="connsiteX0" fmla="*/ 0 w 19050"/>
                    <a:gd name="connsiteY0" fmla="*/ 0 h 47625"/>
                    <a:gd name="connsiteX1" fmla="*/ 19050 w 19050"/>
                    <a:gd name="connsiteY1" fmla="*/ 0 h 47625"/>
                    <a:gd name="connsiteX2" fmla="*/ 19050 w 19050"/>
                    <a:gd name="connsiteY2" fmla="*/ 47625 h 47625"/>
                    <a:gd name="connsiteX3" fmla="*/ 0 w 19050"/>
                    <a:gd name="connsiteY3" fmla="*/ 47625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47625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47625"/>
                      </a:lnTo>
                      <a:lnTo>
                        <a:pt x="0" y="476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D4AF70E5-A366-EF24-6DD4-738485B57312}"/>
                    </a:ext>
                  </a:extLst>
                </p:cNvPr>
                <p:cNvSpPr/>
                <p:nvPr/>
              </p:nvSpPr>
              <p:spPr>
                <a:xfrm>
                  <a:off x="2997669" y="4671060"/>
                  <a:ext cx="19050" cy="47625"/>
                </a:xfrm>
                <a:custGeom>
                  <a:avLst/>
                  <a:gdLst>
                    <a:gd name="connsiteX0" fmla="*/ 0 w 19050"/>
                    <a:gd name="connsiteY0" fmla="*/ 0 h 47625"/>
                    <a:gd name="connsiteX1" fmla="*/ 19050 w 19050"/>
                    <a:gd name="connsiteY1" fmla="*/ 0 h 47625"/>
                    <a:gd name="connsiteX2" fmla="*/ 19050 w 19050"/>
                    <a:gd name="connsiteY2" fmla="*/ 47625 h 47625"/>
                    <a:gd name="connsiteX3" fmla="*/ 0 w 19050"/>
                    <a:gd name="connsiteY3" fmla="*/ 47625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47625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47625"/>
                      </a:lnTo>
                      <a:lnTo>
                        <a:pt x="0" y="476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A891161-0A33-F7B8-3635-AD23B998B234}"/>
                    </a:ext>
                  </a:extLst>
                </p:cNvPr>
                <p:cNvSpPr/>
                <p:nvPr/>
              </p:nvSpPr>
              <p:spPr>
                <a:xfrm>
                  <a:off x="3084080" y="4584649"/>
                  <a:ext cx="47625" cy="19050"/>
                </a:xfrm>
                <a:custGeom>
                  <a:avLst/>
                  <a:gdLst>
                    <a:gd name="connsiteX0" fmla="*/ 0 w 47625"/>
                    <a:gd name="connsiteY0" fmla="*/ 0 h 19050"/>
                    <a:gd name="connsiteX1" fmla="*/ 47625 w 47625"/>
                    <a:gd name="connsiteY1" fmla="*/ 0 h 19050"/>
                    <a:gd name="connsiteX2" fmla="*/ 47625 w 47625"/>
                    <a:gd name="connsiteY2" fmla="*/ 19050 h 19050"/>
                    <a:gd name="connsiteX3" fmla="*/ 0 w 47625"/>
                    <a:gd name="connsiteY3" fmla="*/ 1905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5" h="19050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2BD4637-E8B6-781E-C2C8-B0A94DA60DB5}"/>
                    </a:ext>
                  </a:extLst>
                </p:cNvPr>
                <p:cNvSpPr/>
                <p:nvPr/>
              </p:nvSpPr>
              <p:spPr>
                <a:xfrm>
                  <a:off x="2882684" y="4584649"/>
                  <a:ext cx="47625" cy="19050"/>
                </a:xfrm>
                <a:custGeom>
                  <a:avLst/>
                  <a:gdLst>
                    <a:gd name="connsiteX0" fmla="*/ 0 w 47625"/>
                    <a:gd name="connsiteY0" fmla="*/ 0 h 19050"/>
                    <a:gd name="connsiteX1" fmla="*/ 47625 w 47625"/>
                    <a:gd name="connsiteY1" fmla="*/ 0 h 19050"/>
                    <a:gd name="connsiteX2" fmla="*/ 47625 w 47625"/>
                    <a:gd name="connsiteY2" fmla="*/ 19050 h 19050"/>
                    <a:gd name="connsiteX3" fmla="*/ 0 w 47625"/>
                    <a:gd name="connsiteY3" fmla="*/ 1905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5" h="19050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D773428-311F-F13B-75C4-97AE29D6748D}"/>
                    </a:ext>
                  </a:extLst>
                </p:cNvPr>
                <p:cNvSpPr/>
                <p:nvPr/>
              </p:nvSpPr>
              <p:spPr>
                <a:xfrm rot="18900000">
                  <a:off x="3054591" y="4513438"/>
                  <a:ext cx="47625" cy="19050"/>
                </a:xfrm>
                <a:custGeom>
                  <a:avLst/>
                  <a:gdLst>
                    <a:gd name="connsiteX0" fmla="*/ 0 w 47625"/>
                    <a:gd name="connsiteY0" fmla="*/ 0 h 19050"/>
                    <a:gd name="connsiteX1" fmla="*/ 47625 w 47625"/>
                    <a:gd name="connsiteY1" fmla="*/ 0 h 19050"/>
                    <a:gd name="connsiteX2" fmla="*/ 47625 w 47625"/>
                    <a:gd name="connsiteY2" fmla="*/ 19050 h 19050"/>
                    <a:gd name="connsiteX3" fmla="*/ 0 w 47625"/>
                    <a:gd name="connsiteY3" fmla="*/ 1905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5" h="19050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975393C-7954-A5A3-C146-B4589B3219CE}"/>
                    </a:ext>
                  </a:extLst>
                </p:cNvPr>
                <p:cNvSpPr/>
                <p:nvPr/>
              </p:nvSpPr>
              <p:spPr>
                <a:xfrm rot="18900000">
                  <a:off x="2912173" y="4655859"/>
                  <a:ext cx="47625" cy="19050"/>
                </a:xfrm>
                <a:custGeom>
                  <a:avLst/>
                  <a:gdLst>
                    <a:gd name="connsiteX0" fmla="*/ 0 w 47625"/>
                    <a:gd name="connsiteY0" fmla="*/ 0 h 19050"/>
                    <a:gd name="connsiteX1" fmla="*/ 47625 w 47625"/>
                    <a:gd name="connsiteY1" fmla="*/ 0 h 19050"/>
                    <a:gd name="connsiteX2" fmla="*/ 47625 w 47625"/>
                    <a:gd name="connsiteY2" fmla="*/ 19050 h 19050"/>
                    <a:gd name="connsiteX3" fmla="*/ 0 w 47625"/>
                    <a:gd name="connsiteY3" fmla="*/ 1905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5" h="19050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5440E541-745C-07F1-67B9-54DDEE51C2B6}"/>
                    </a:ext>
                  </a:extLst>
                </p:cNvPr>
                <p:cNvSpPr/>
                <p:nvPr/>
              </p:nvSpPr>
              <p:spPr>
                <a:xfrm rot="18900000">
                  <a:off x="3068878" y="4641558"/>
                  <a:ext cx="19050" cy="47625"/>
                </a:xfrm>
                <a:custGeom>
                  <a:avLst/>
                  <a:gdLst>
                    <a:gd name="connsiteX0" fmla="*/ 0 w 19050"/>
                    <a:gd name="connsiteY0" fmla="*/ 0 h 47625"/>
                    <a:gd name="connsiteX1" fmla="*/ 19050 w 19050"/>
                    <a:gd name="connsiteY1" fmla="*/ 0 h 47625"/>
                    <a:gd name="connsiteX2" fmla="*/ 19050 w 19050"/>
                    <a:gd name="connsiteY2" fmla="*/ 47625 h 47625"/>
                    <a:gd name="connsiteX3" fmla="*/ 0 w 19050"/>
                    <a:gd name="connsiteY3" fmla="*/ 47625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47625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47625"/>
                      </a:lnTo>
                      <a:lnTo>
                        <a:pt x="0" y="476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7D646C11-D9B2-A295-6A9A-BBDC13D4013B}"/>
                    </a:ext>
                  </a:extLst>
                </p:cNvPr>
                <p:cNvSpPr/>
                <p:nvPr/>
              </p:nvSpPr>
              <p:spPr>
                <a:xfrm rot="18899881">
                  <a:off x="2926464" y="4499147"/>
                  <a:ext cx="19049" cy="47624"/>
                </a:xfrm>
                <a:custGeom>
                  <a:avLst/>
                  <a:gdLst>
                    <a:gd name="connsiteX0" fmla="*/ 0 w 19049"/>
                    <a:gd name="connsiteY0" fmla="*/ 0 h 47624"/>
                    <a:gd name="connsiteX1" fmla="*/ 19050 w 19049"/>
                    <a:gd name="connsiteY1" fmla="*/ 0 h 47624"/>
                    <a:gd name="connsiteX2" fmla="*/ 19050 w 19049"/>
                    <a:gd name="connsiteY2" fmla="*/ 47625 h 47624"/>
                    <a:gd name="connsiteX3" fmla="*/ 0 w 19049"/>
                    <a:gd name="connsiteY3" fmla="*/ 47625 h 47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9" h="47624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47625"/>
                      </a:lnTo>
                      <a:lnTo>
                        <a:pt x="0" y="476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BCC454BF-9700-7D11-245E-DA886C3772A8}"/>
                    </a:ext>
                  </a:extLst>
                </p:cNvPr>
                <p:cNvSpPr/>
                <p:nvPr/>
              </p:nvSpPr>
              <p:spPr>
                <a:xfrm>
                  <a:off x="2950044" y="4537557"/>
                  <a:ext cx="114300" cy="114299"/>
                </a:xfrm>
                <a:custGeom>
                  <a:avLst/>
                  <a:gdLst>
                    <a:gd name="connsiteX0" fmla="*/ 57150 w 114300"/>
                    <a:gd name="connsiteY0" fmla="*/ 114300 h 114299"/>
                    <a:gd name="connsiteX1" fmla="*/ 114300 w 114300"/>
                    <a:gd name="connsiteY1" fmla="*/ 57150 h 114299"/>
                    <a:gd name="connsiteX2" fmla="*/ 57150 w 114300"/>
                    <a:gd name="connsiteY2" fmla="*/ 0 h 114299"/>
                    <a:gd name="connsiteX3" fmla="*/ 0 w 114300"/>
                    <a:gd name="connsiteY3" fmla="*/ 57150 h 114299"/>
                    <a:gd name="connsiteX4" fmla="*/ 57150 w 114300"/>
                    <a:gd name="connsiteY4" fmla="*/ 114300 h 114299"/>
                    <a:gd name="connsiteX5" fmla="*/ 57150 w 114300"/>
                    <a:gd name="connsiteY5" fmla="*/ 19050 h 114299"/>
                    <a:gd name="connsiteX6" fmla="*/ 95250 w 114300"/>
                    <a:gd name="connsiteY6" fmla="*/ 57150 h 114299"/>
                    <a:gd name="connsiteX7" fmla="*/ 57150 w 114300"/>
                    <a:gd name="connsiteY7" fmla="*/ 95250 h 114299"/>
                    <a:gd name="connsiteX8" fmla="*/ 19050 w 114300"/>
                    <a:gd name="connsiteY8" fmla="*/ 57150 h 114299"/>
                    <a:gd name="connsiteX9" fmla="*/ 57150 w 114300"/>
                    <a:gd name="connsiteY9" fmla="*/ 19012 h 114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4300" h="114299">
                      <a:moveTo>
                        <a:pt x="57150" y="114300"/>
                      </a:move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lose/>
                      <a:moveTo>
                        <a:pt x="57150" y="19050"/>
                      </a:moveTo>
                      <a:cubicBezTo>
                        <a:pt x="78192" y="19050"/>
                        <a:pt x="95250" y="36108"/>
                        <a:pt x="95250" y="57150"/>
                      </a:cubicBezTo>
                      <a:cubicBezTo>
                        <a:pt x="95250" y="78192"/>
                        <a:pt x="78192" y="95250"/>
                        <a:pt x="57150" y="95250"/>
                      </a:cubicBezTo>
                      <a:cubicBezTo>
                        <a:pt x="36108" y="95250"/>
                        <a:pt x="19050" y="78192"/>
                        <a:pt x="19050" y="57150"/>
                      </a:cubicBezTo>
                      <a:cubicBezTo>
                        <a:pt x="19055" y="36104"/>
                        <a:pt x="36104" y="19039"/>
                        <a:pt x="57150" y="190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D43F5B6-2554-3254-637A-D0A15D4A6AE5}"/>
                  </a:ext>
                </a:extLst>
              </p:cNvPr>
              <p:cNvSpPr/>
              <p:nvPr/>
            </p:nvSpPr>
            <p:spPr>
              <a:xfrm rot="607861">
                <a:off x="2758268" y="4624781"/>
                <a:ext cx="746874" cy="483031"/>
              </a:xfrm>
              <a:custGeom>
                <a:avLst/>
                <a:gdLst>
                  <a:gd name="connsiteX0" fmla="*/ 640137 w 746874"/>
                  <a:gd name="connsiteY0" fmla="*/ 201092 h 483031"/>
                  <a:gd name="connsiteX1" fmla="*/ 622992 w 746874"/>
                  <a:gd name="connsiteY1" fmla="*/ 204692 h 483031"/>
                  <a:gd name="connsiteX2" fmla="*/ 622992 w 746874"/>
                  <a:gd name="connsiteY2" fmla="*/ 158934 h 483031"/>
                  <a:gd name="connsiteX3" fmla="*/ 671751 w 746874"/>
                  <a:gd name="connsiteY3" fmla="*/ 141246 h 483031"/>
                  <a:gd name="connsiteX4" fmla="*/ 689343 w 746874"/>
                  <a:gd name="connsiteY4" fmla="*/ 82563 h 483031"/>
                  <a:gd name="connsiteX5" fmla="*/ 688553 w 746874"/>
                  <a:gd name="connsiteY5" fmla="*/ 75200 h 483031"/>
                  <a:gd name="connsiteX6" fmla="*/ 681228 w 746874"/>
                  <a:gd name="connsiteY6" fmla="*/ 74143 h 483031"/>
                  <a:gd name="connsiteX7" fmla="*/ 647262 w 746874"/>
                  <a:gd name="connsiteY7" fmla="*/ 76200 h 483031"/>
                  <a:gd name="connsiteX8" fmla="*/ 649843 w 746874"/>
                  <a:gd name="connsiteY8" fmla="*/ 62208 h 483031"/>
                  <a:gd name="connsiteX9" fmla="*/ 620316 w 746874"/>
                  <a:gd name="connsiteY9" fmla="*/ 5829 h 483031"/>
                  <a:gd name="connsiteX10" fmla="*/ 613905 w 746874"/>
                  <a:gd name="connsiteY10" fmla="*/ 0 h 483031"/>
                  <a:gd name="connsiteX11" fmla="*/ 607495 w 746874"/>
                  <a:gd name="connsiteY11" fmla="*/ 5829 h 483031"/>
                  <a:gd name="connsiteX12" fmla="*/ 577968 w 746874"/>
                  <a:gd name="connsiteY12" fmla="*/ 62894 h 483031"/>
                  <a:gd name="connsiteX13" fmla="*/ 580225 w 746874"/>
                  <a:gd name="connsiteY13" fmla="*/ 76086 h 483031"/>
                  <a:gd name="connsiteX14" fmla="*/ 545840 w 746874"/>
                  <a:gd name="connsiteY14" fmla="*/ 74028 h 483031"/>
                  <a:gd name="connsiteX15" fmla="*/ 538525 w 746874"/>
                  <a:gd name="connsiteY15" fmla="*/ 75095 h 483031"/>
                  <a:gd name="connsiteX16" fmla="*/ 537743 w 746874"/>
                  <a:gd name="connsiteY16" fmla="*/ 82439 h 483031"/>
                  <a:gd name="connsiteX17" fmla="*/ 555317 w 746874"/>
                  <a:gd name="connsiteY17" fmla="*/ 141122 h 483031"/>
                  <a:gd name="connsiteX18" fmla="*/ 603895 w 746874"/>
                  <a:gd name="connsiteY18" fmla="*/ 158744 h 483031"/>
                  <a:gd name="connsiteX19" fmla="*/ 603895 w 746874"/>
                  <a:gd name="connsiteY19" fmla="*/ 209112 h 483031"/>
                  <a:gd name="connsiteX20" fmla="*/ 7725 w 746874"/>
                  <a:gd name="connsiteY20" fmla="*/ 477450 h 483031"/>
                  <a:gd name="connsiteX21" fmla="*/ 0 w 746874"/>
                  <a:gd name="connsiteY21" fmla="*/ 483032 h 483031"/>
                  <a:gd name="connsiteX22" fmla="*/ 33204 w 746874"/>
                  <a:gd name="connsiteY22" fmla="*/ 483032 h 483031"/>
                  <a:gd name="connsiteX23" fmla="*/ 625031 w 746874"/>
                  <a:gd name="connsiteY23" fmla="*/ 223752 h 483031"/>
                  <a:gd name="connsiteX24" fmla="*/ 644081 w 746874"/>
                  <a:gd name="connsiteY24" fmla="*/ 219751 h 483031"/>
                  <a:gd name="connsiteX25" fmla="*/ 746874 w 746874"/>
                  <a:gd name="connsiteY25" fmla="*/ 201654 h 483031"/>
                  <a:gd name="connsiteX26" fmla="*/ 746874 w 746874"/>
                  <a:gd name="connsiteY26" fmla="*/ 182413 h 483031"/>
                  <a:gd name="connsiteX27" fmla="*/ 640137 w 746874"/>
                  <a:gd name="connsiteY27" fmla="*/ 201092 h 483031"/>
                  <a:gd name="connsiteX28" fmla="*/ 670617 w 746874"/>
                  <a:gd name="connsiteY28" fmla="*/ 92507 h 483031"/>
                  <a:gd name="connsiteX29" fmla="*/ 658578 w 746874"/>
                  <a:gd name="connsiteY29" fmla="*/ 127511 h 483031"/>
                  <a:gd name="connsiteX30" fmla="*/ 626812 w 746874"/>
                  <a:gd name="connsiteY30" fmla="*/ 139513 h 483031"/>
                  <a:gd name="connsiteX31" fmla="*/ 627250 w 746874"/>
                  <a:gd name="connsiteY31" fmla="*/ 115062 h 483031"/>
                  <a:gd name="connsiteX32" fmla="*/ 635184 w 746874"/>
                  <a:gd name="connsiteY32" fmla="*/ 103213 h 483031"/>
                  <a:gd name="connsiteX33" fmla="*/ 669598 w 746874"/>
                  <a:gd name="connsiteY33" fmla="*/ 92507 h 483031"/>
                  <a:gd name="connsiteX34" fmla="*/ 613943 w 746874"/>
                  <a:gd name="connsiteY34" fmla="*/ 26651 h 483031"/>
                  <a:gd name="connsiteX35" fmla="*/ 630869 w 746874"/>
                  <a:gd name="connsiteY35" fmla="*/ 61484 h 483031"/>
                  <a:gd name="connsiteX36" fmla="*/ 616582 w 746874"/>
                  <a:gd name="connsiteY36" fmla="*/ 92345 h 483031"/>
                  <a:gd name="connsiteX37" fmla="*/ 610429 w 746874"/>
                  <a:gd name="connsiteY37" fmla="*/ 91526 h 483031"/>
                  <a:gd name="connsiteX38" fmla="*/ 596998 w 746874"/>
                  <a:gd name="connsiteY38" fmla="*/ 62198 h 483031"/>
                  <a:gd name="connsiteX39" fmla="*/ 613943 w 746874"/>
                  <a:gd name="connsiteY39" fmla="*/ 26651 h 483031"/>
                  <a:gd name="connsiteX40" fmla="*/ 601028 w 746874"/>
                  <a:gd name="connsiteY40" fmla="*/ 139417 h 483031"/>
                  <a:gd name="connsiteX41" fmla="*/ 568566 w 746874"/>
                  <a:gd name="connsiteY41" fmla="*/ 127387 h 483031"/>
                  <a:gd name="connsiteX42" fmla="*/ 556536 w 746874"/>
                  <a:gd name="connsiteY42" fmla="*/ 92393 h 483031"/>
                  <a:gd name="connsiteX43" fmla="*/ 591845 w 746874"/>
                  <a:gd name="connsiteY43" fmla="*/ 102870 h 483031"/>
                  <a:gd name="connsiteX44" fmla="*/ 600189 w 746874"/>
                  <a:gd name="connsiteY44" fmla="*/ 115557 h 483031"/>
                  <a:gd name="connsiteX45" fmla="*/ 601028 w 746874"/>
                  <a:gd name="connsiteY45" fmla="*/ 139417 h 483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746874" h="483031">
                    <a:moveTo>
                      <a:pt x="640137" y="201092"/>
                    </a:moveTo>
                    <a:lnTo>
                      <a:pt x="622992" y="204692"/>
                    </a:lnTo>
                    <a:lnTo>
                      <a:pt x="622992" y="158934"/>
                    </a:lnTo>
                    <a:cubicBezTo>
                      <a:pt x="640783" y="158753"/>
                      <a:pt x="657981" y="152514"/>
                      <a:pt x="671751" y="141246"/>
                    </a:cubicBezTo>
                    <a:cubicBezTo>
                      <a:pt x="693125" y="120710"/>
                      <a:pt x="689505" y="84096"/>
                      <a:pt x="689343" y="82563"/>
                    </a:cubicBezTo>
                    <a:lnTo>
                      <a:pt x="688553" y="75200"/>
                    </a:lnTo>
                    <a:lnTo>
                      <a:pt x="681228" y="74143"/>
                    </a:lnTo>
                    <a:cubicBezTo>
                      <a:pt x="669873" y="72816"/>
                      <a:pt x="658374" y="73512"/>
                      <a:pt x="647262" y="76200"/>
                    </a:cubicBezTo>
                    <a:cubicBezTo>
                      <a:pt x="648604" y="71638"/>
                      <a:pt x="649469" y="66948"/>
                      <a:pt x="649843" y="62208"/>
                    </a:cubicBezTo>
                    <a:cubicBezTo>
                      <a:pt x="649843" y="33033"/>
                      <a:pt x="621506" y="6963"/>
                      <a:pt x="620316" y="5829"/>
                    </a:cubicBezTo>
                    <a:lnTo>
                      <a:pt x="613905" y="0"/>
                    </a:lnTo>
                    <a:lnTo>
                      <a:pt x="607495" y="5829"/>
                    </a:lnTo>
                    <a:cubicBezTo>
                      <a:pt x="606285" y="6925"/>
                      <a:pt x="577968" y="33033"/>
                      <a:pt x="577968" y="62894"/>
                    </a:cubicBezTo>
                    <a:cubicBezTo>
                      <a:pt x="578303" y="67352"/>
                      <a:pt x="579058" y="71769"/>
                      <a:pt x="580225" y="76086"/>
                    </a:cubicBezTo>
                    <a:cubicBezTo>
                      <a:pt x="568980" y="73343"/>
                      <a:pt x="557333" y="72646"/>
                      <a:pt x="545840" y="74028"/>
                    </a:cubicBezTo>
                    <a:lnTo>
                      <a:pt x="538525" y="75095"/>
                    </a:lnTo>
                    <a:lnTo>
                      <a:pt x="537743" y="82439"/>
                    </a:lnTo>
                    <a:cubicBezTo>
                      <a:pt x="537581" y="83991"/>
                      <a:pt x="533933" y="120587"/>
                      <a:pt x="555317" y="141122"/>
                    </a:cubicBezTo>
                    <a:cubicBezTo>
                      <a:pt x="569029" y="152358"/>
                      <a:pt x="586168" y="158574"/>
                      <a:pt x="603895" y="158744"/>
                    </a:cubicBezTo>
                    <a:lnTo>
                      <a:pt x="603895" y="209112"/>
                    </a:lnTo>
                    <a:cubicBezTo>
                      <a:pt x="389453" y="258468"/>
                      <a:pt x="186860" y="349655"/>
                      <a:pt x="7725" y="477450"/>
                    </a:cubicBezTo>
                    <a:lnTo>
                      <a:pt x="0" y="483032"/>
                    </a:lnTo>
                    <a:lnTo>
                      <a:pt x="33204" y="483032"/>
                    </a:lnTo>
                    <a:cubicBezTo>
                      <a:pt x="211507" y="358523"/>
                      <a:pt x="412623" y="270415"/>
                      <a:pt x="625031" y="223752"/>
                    </a:cubicBezTo>
                    <a:lnTo>
                      <a:pt x="644081" y="219751"/>
                    </a:lnTo>
                    <a:cubicBezTo>
                      <a:pt x="679323" y="212417"/>
                      <a:pt x="713765" y="206416"/>
                      <a:pt x="746874" y="201654"/>
                    </a:cubicBezTo>
                    <a:lnTo>
                      <a:pt x="746874" y="182413"/>
                    </a:lnTo>
                    <a:cubicBezTo>
                      <a:pt x="712527" y="187262"/>
                      <a:pt x="676770" y="193472"/>
                      <a:pt x="640137" y="201092"/>
                    </a:cubicBezTo>
                    <a:close/>
                    <a:moveTo>
                      <a:pt x="670617" y="92507"/>
                    </a:moveTo>
                    <a:cubicBezTo>
                      <a:pt x="671063" y="105261"/>
                      <a:pt x="666774" y="117729"/>
                      <a:pt x="658578" y="127511"/>
                    </a:cubicBezTo>
                    <a:cubicBezTo>
                      <a:pt x="649488" y="134705"/>
                      <a:pt x="638387" y="138899"/>
                      <a:pt x="626812" y="139513"/>
                    </a:cubicBezTo>
                    <a:cubicBezTo>
                      <a:pt x="625800" y="131383"/>
                      <a:pt x="625948" y="123151"/>
                      <a:pt x="627250" y="115062"/>
                    </a:cubicBezTo>
                    <a:cubicBezTo>
                      <a:pt x="628981" y="110572"/>
                      <a:pt x="631692" y="106524"/>
                      <a:pt x="635184" y="103213"/>
                    </a:cubicBezTo>
                    <a:cubicBezTo>
                      <a:pt x="644970" y="95575"/>
                      <a:pt x="657206" y="91768"/>
                      <a:pt x="669598" y="92507"/>
                    </a:cubicBezTo>
                    <a:close/>
                    <a:moveTo>
                      <a:pt x="613943" y="26651"/>
                    </a:moveTo>
                    <a:cubicBezTo>
                      <a:pt x="623171" y="36149"/>
                      <a:pt x="629104" y="48359"/>
                      <a:pt x="630869" y="61484"/>
                    </a:cubicBezTo>
                    <a:cubicBezTo>
                      <a:pt x="629789" y="73105"/>
                      <a:pt x="624745" y="84002"/>
                      <a:pt x="616582" y="92345"/>
                    </a:cubicBezTo>
                    <a:cubicBezTo>
                      <a:pt x="614496" y="92714"/>
                      <a:pt x="612346" y="92429"/>
                      <a:pt x="610429" y="91526"/>
                    </a:cubicBezTo>
                    <a:cubicBezTo>
                      <a:pt x="602418" y="83790"/>
                      <a:pt x="597621" y="73317"/>
                      <a:pt x="596998" y="62198"/>
                    </a:cubicBezTo>
                    <a:cubicBezTo>
                      <a:pt x="598647" y="48826"/>
                      <a:pt x="604594" y="36352"/>
                      <a:pt x="613943" y="26651"/>
                    </a:cubicBezTo>
                    <a:close/>
                    <a:moveTo>
                      <a:pt x="601028" y="139417"/>
                    </a:moveTo>
                    <a:cubicBezTo>
                      <a:pt x="589216" y="138900"/>
                      <a:pt x="577863" y="134693"/>
                      <a:pt x="568566" y="127387"/>
                    </a:cubicBezTo>
                    <a:cubicBezTo>
                      <a:pt x="560385" y="117600"/>
                      <a:pt x="556102" y="105141"/>
                      <a:pt x="556536" y="92393"/>
                    </a:cubicBezTo>
                    <a:cubicBezTo>
                      <a:pt x="569193" y="91429"/>
                      <a:pt x="581762" y="95159"/>
                      <a:pt x="591845" y="102870"/>
                    </a:cubicBezTo>
                    <a:cubicBezTo>
                      <a:pt x="595390" y="106545"/>
                      <a:pt x="598220" y="110847"/>
                      <a:pt x="600189" y="115557"/>
                    </a:cubicBezTo>
                    <a:cubicBezTo>
                      <a:pt x="602292" y="123341"/>
                      <a:pt x="602579" y="131505"/>
                      <a:pt x="601028" y="1394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C1846FC-1A4B-BF4F-DE21-46C40B37709F}"/>
                </a:ext>
              </a:extLst>
            </p:cNvPr>
            <p:cNvSpPr/>
            <p:nvPr/>
          </p:nvSpPr>
          <p:spPr>
            <a:xfrm rot="650695">
              <a:off x="2239469" y="4838763"/>
              <a:ext cx="1286431" cy="357140"/>
            </a:xfrm>
            <a:custGeom>
              <a:avLst/>
              <a:gdLst>
                <a:gd name="connsiteX0" fmla="*/ 640137 w 746874"/>
                <a:gd name="connsiteY0" fmla="*/ 201092 h 483031"/>
                <a:gd name="connsiteX1" fmla="*/ 622992 w 746874"/>
                <a:gd name="connsiteY1" fmla="*/ 204692 h 483031"/>
                <a:gd name="connsiteX2" fmla="*/ 622992 w 746874"/>
                <a:gd name="connsiteY2" fmla="*/ 158934 h 483031"/>
                <a:gd name="connsiteX3" fmla="*/ 671751 w 746874"/>
                <a:gd name="connsiteY3" fmla="*/ 141246 h 483031"/>
                <a:gd name="connsiteX4" fmla="*/ 689343 w 746874"/>
                <a:gd name="connsiteY4" fmla="*/ 82563 h 483031"/>
                <a:gd name="connsiteX5" fmla="*/ 688553 w 746874"/>
                <a:gd name="connsiteY5" fmla="*/ 75200 h 483031"/>
                <a:gd name="connsiteX6" fmla="*/ 681228 w 746874"/>
                <a:gd name="connsiteY6" fmla="*/ 74143 h 483031"/>
                <a:gd name="connsiteX7" fmla="*/ 647262 w 746874"/>
                <a:gd name="connsiteY7" fmla="*/ 76200 h 483031"/>
                <a:gd name="connsiteX8" fmla="*/ 649843 w 746874"/>
                <a:gd name="connsiteY8" fmla="*/ 62208 h 483031"/>
                <a:gd name="connsiteX9" fmla="*/ 620316 w 746874"/>
                <a:gd name="connsiteY9" fmla="*/ 5829 h 483031"/>
                <a:gd name="connsiteX10" fmla="*/ 613905 w 746874"/>
                <a:gd name="connsiteY10" fmla="*/ 0 h 483031"/>
                <a:gd name="connsiteX11" fmla="*/ 607495 w 746874"/>
                <a:gd name="connsiteY11" fmla="*/ 5829 h 483031"/>
                <a:gd name="connsiteX12" fmla="*/ 577968 w 746874"/>
                <a:gd name="connsiteY12" fmla="*/ 62894 h 483031"/>
                <a:gd name="connsiteX13" fmla="*/ 580225 w 746874"/>
                <a:gd name="connsiteY13" fmla="*/ 76086 h 483031"/>
                <a:gd name="connsiteX14" fmla="*/ 545840 w 746874"/>
                <a:gd name="connsiteY14" fmla="*/ 74028 h 483031"/>
                <a:gd name="connsiteX15" fmla="*/ 538525 w 746874"/>
                <a:gd name="connsiteY15" fmla="*/ 75095 h 483031"/>
                <a:gd name="connsiteX16" fmla="*/ 537743 w 746874"/>
                <a:gd name="connsiteY16" fmla="*/ 82439 h 483031"/>
                <a:gd name="connsiteX17" fmla="*/ 555317 w 746874"/>
                <a:gd name="connsiteY17" fmla="*/ 141122 h 483031"/>
                <a:gd name="connsiteX18" fmla="*/ 603895 w 746874"/>
                <a:gd name="connsiteY18" fmla="*/ 158744 h 483031"/>
                <a:gd name="connsiteX19" fmla="*/ 603895 w 746874"/>
                <a:gd name="connsiteY19" fmla="*/ 209112 h 483031"/>
                <a:gd name="connsiteX20" fmla="*/ 7725 w 746874"/>
                <a:gd name="connsiteY20" fmla="*/ 477450 h 483031"/>
                <a:gd name="connsiteX21" fmla="*/ 0 w 746874"/>
                <a:gd name="connsiteY21" fmla="*/ 483032 h 483031"/>
                <a:gd name="connsiteX22" fmla="*/ 33204 w 746874"/>
                <a:gd name="connsiteY22" fmla="*/ 483032 h 483031"/>
                <a:gd name="connsiteX23" fmla="*/ 625031 w 746874"/>
                <a:gd name="connsiteY23" fmla="*/ 223752 h 483031"/>
                <a:gd name="connsiteX24" fmla="*/ 644081 w 746874"/>
                <a:gd name="connsiteY24" fmla="*/ 219751 h 483031"/>
                <a:gd name="connsiteX25" fmla="*/ 746874 w 746874"/>
                <a:gd name="connsiteY25" fmla="*/ 201654 h 483031"/>
                <a:gd name="connsiteX26" fmla="*/ 746874 w 746874"/>
                <a:gd name="connsiteY26" fmla="*/ 182413 h 483031"/>
                <a:gd name="connsiteX27" fmla="*/ 640137 w 746874"/>
                <a:gd name="connsiteY27" fmla="*/ 201092 h 483031"/>
                <a:gd name="connsiteX28" fmla="*/ 670617 w 746874"/>
                <a:gd name="connsiteY28" fmla="*/ 92507 h 483031"/>
                <a:gd name="connsiteX29" fmla="*/ 658578 w 746874"/>
                <a:gd name="connsiteY29" fmla="*/ 127511 h 483031"/>
                <a:gd name="connsiteX30" fmla="*/ 626812 w 746874"/>
                <a:gd name="connsiteY30" fmla="*/ 139513 h 483031"/>
                <a:gd name="connsiteX31" fmla="*/ 627250 w 746874"/>
                <a:gd name="connsiteY31" fmla="*/ 115062 h 483031"/>
                <a:gd name="connsiteX32" fmla="*/ 635184 w 746874"/>
                <a:gd name="connsiteY32" fmla="*/ 103213 h 483031"/>
                <a:gd name="connsiteX33" fmla="*/ 669598 w 746874"/>
                <a:gd name="connsiteY33" fmla="*/ 92507 h 483031"/>
                <a:gd name="connsiteX34" fmla="*/ 613943 w 746874"/>
                <a:gd name="connsiteY34" fmla="*/ 26651 h 483031"/>
                <a:gd name="connsiteX35" fmla="*/ 630869 w 746874"/>
                <a:gd name="connsiteY35" fmla="*/ 61484 h 483031"/>
                <a:gd name="connsiteX36" fmla="*/ 616582 w 746874"/>
                <a:gd name="connsiteY36" fmla="*/ 92345 h 483031"/>
                <a:gd name="connsiteX37" fmla="*/ 610429 w 746874"/>
                <a:gd name="connsiteY37" fmla="*/ 91526 h 483031"/>
                <a:gd name="connsiteX38" fmla="*/ 596998 w 746874"/>
                <a:gd name="connsiteY38" fmla="*/ 62198 h 483031"/>
                <a:gd name="connsiteX39" fmla="*/ 613943 w 746874"/>
                <a:gd name="connsiteY39" fmla="*/ 26651 h 483031"/>
                <a:gd name="connsiteX40" fmla="*/ 601028 w 746874"/>
                <a:gd name="connsiteY40" fmla="*/ 139417 h 483031"/>
                <a:gd name="connsiteX41" fmla="*/ 568566 w 746874"/>
                <a:gd name="connsiteY41" fmla="*/ 127387 h 483031"/>
                <a:gd name="connsiteX42" fmla="*/ 556536 w 746874"/>
                <a:gd name="connsiteY42" fmla="*/ 92393 h 483031"/>
                <a:gd name="connsiteX43" fmla="*/ 591845 w 746874"/>
                <a:gd name="connsiteY43" fmla="*/ 102870 h 483031"/>
                <a:gd name="connsiteX44" fmla="*/ 600189 w 746874"/>
                <a:gd name="connsiteY44" fmla="*/ 115557 h 483031"/>
                <a:gd name="connsiteX45" fmla="*/ 601028 w 746874"/>
                <a:gd name="connsiteY45" fmla="*/ 139417 h 483031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77968 w 746874"/>
                <a:gd name="connsiteY11" fmla="*/ 62894 h 483032"/>
                <a:gd name="connsiteX12" fmla="*/ 580225 w 746874"/>
                <a:gd name="connsiteY12" fmla="*/ 76086 h 483032"/>
                <a:gd name="connsiteX13" fmla="*/ 545840 w 746874"/>
                <a:gd name="connsiteY13" fmla="*/ 74028 h 483032"/>
                <a:gd name="connsiteX14" fmla="*/ 538525 w 746874"/>
                <a:gd name="connsiteY14" fmla="*/ 75095 h 483032"/>
                <a:gd name="connsiteX15" fmla="*/ 537743 w 746874"/>
                <a:gd name="connsiteY15" fmla="*/ 82439 h 483032"/>
                <a:gd name="connsiteX16" fmla="*/ 555317 w 746874"/>
                <a:gd name="connsiteY16" fmla="*/ 141122 h 483032"/>
                <a:gd name="connsiteX17" fmla="*/ 603895 w 746874"/>
                <a:gd name="connsiteY17" fmla="*/ 158744 h 483032"/>
                <a:gd name="connsiteX18" fmla="*/ 603895 w 746874"/>
                <a:gd name="connsiteY18" fmla="*/ 209112 h 483032"/>
                <a:gd name="connsiteX19" fmla="*/ 7725 w 746874"/>
                <a:gd name="connsiteY19" fmla="*/ 477450 h 483032"/>
                <a:gd name="connsiteX20" fmla="*/ 0 w 746874"/>
                <a:gd name="connsiteY20" fmla="*/ 483032 h 483032"/>
                <a:gd name="connsiteX21" fmla="*/ 33204 w 746874"/>
                <a:gd name="connsiteY21" fmla="*/ 483032 h 483032"/>
                <a:gd name="connsiteX22" fmla="*/ 625031 w 746874"/>
                <a:gd name="connsiteY22" fmla="*/ 223752 h 483032"/>
                <a:gd name="connsiteX23" fmla="*/ 644081 w 746874"/>
                <a:gd name="connsiteY23" fmla="*/ 219751 h 483032"/>
                <a:gd name="connsiteX24" fmla="*/ 746874 w 746874"/>
                <a:gd name="connsiteY24" fmla="*/ 201654 h 483032"/>
                <a:gd name="connsiteX25" fmla="*/ 746874 w 746874"/>
                <a:gd name="connsiteY25" fmla="*/ 182413 h 483032"/>
                <a:gd name="connsiteX26" fmla="*/ 640137 w 746874"/>
                <a:gd name="connsiteY26" fmla="*/ 201092 h 483032"/>
                <a:gd name="connsiteX27" fmla="*/ 670617 w 746874"/>
                <a:gd name="connsiteY27" fmla="*/ 92507 h 483032"/>
                <a:gd name="connsiteX28" fmla="*/ 658578 w 746874"/>
                <a:gd name="connsiteY28" fmla="*/ 127511 h 483032"/>
                <a:gd name="connsiteX29" fmla="*/ 626812 w 746874"/>
                <a:gd name="connsiteY29" fmla="*/ 139513 h 483032"/>
                <a:gd name="connsiteX30" fmla="*/ 627250 w 746874"/>
                <a:gd name="connsiteY30" fmla="*/ 115062 h 483032"/>
                <a:gd name="connsiteX31" fmla="*/ 635184 w 746874"/>
                <a:gd name="connsiteY31" fmla="*/ 103213 h 483032"/>
                <a:gd name="connsiteX32" fmla="*/ 669598 w 746874"/>
                <a:gd name="connsiteY32" fmla="*/ 92507 h 483032"/>
                <a:gd name="connsiteX33" fmla="*/ 670617 w 746874"/>
                <a:gd name="connsiteY33" fmla="*/ 92507 h 483032"/>
                <a:gd name="connsiteX34" fmla="*/ 613943 w 746874"/>
                <a:gd name="connsiteY34" fmla="*/ 26651 h 483032"/>
                <a:gd name="connsiteX35" fmla="*/ 630869 w 746874"/>
                <a:gd name="connsiteY35" fmla="*/ 61484 h 483032"/>
                <a:gd name="connsiteX36" fmla="*/ 616582 w 746874"/>
                <a:gd name="connsiteY36" fmla="*/ 92345 h 483032"/>
                <a:gd name="connsiteX37" fmla="*/ 610429 w 746874"/>
                <a:gd name="connsiteY37" fmla="*/ 91526 h 483032"/>
                <a:gd name="connsiteX38" fmla="*/ 596998 w 746874"/>
                <a:gd name="connsiteY38" fmla="*/ 62198 h 483032"/>
                <a:gd name="connsiteX39" fmla="*/ 613943 w 746874"/>
                <a:gd name="connsiteY39" fmla="*/ 26651 h 483032"/>
                <a:gd name="connsiteX40" fmla="*/ 601028 w 746874"/>
                <a:gd name="connsiteY40" fmla="*/ 139417 h 483032"/>
                <a:gd name="connsiteX41" fmla="*/ 568566 w 746874"/>
                <a:gd name="connsiteY41" fmla="*/ 127387 h 483032"/>
                <a:gd name="connsiteX42" fmla="*/ 556536 w 746874"/>
                <a:gd name="connsiteY42" fmla="*/ 92393 h 483032"/>
                <a:gd name="connsiteX43" fmla="*/ 591845 w 746874"/>
                <a:gd name="connsiteY43" fmla="*/ 102870 h 483032"/>
                <a:gd name="connsiteX44" fmla="*/ 600189 w 746874"/>
                <a:gd name="connsiteY44" fmla="*/ 115557 h 483032"/>
                <a:gd name="connsiteX45" fmla="*/ 601028 w 746874"/>
                <a:gd name="connsiteY45" fmla="*/ 139417 h 483032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77968 w 746874"/>
                <a:gd name="connsiteY11" fmla="*/ 62894 h 483032"/>
                <a:gd name="connsiteX12" fmla="*/ 545840 w 746874"/>
                <a:gd name="connsiteY12" fmla="*/ 74028 h 483032"/>
                <a:gd name="connsiteX13" fmla="*/ 538525 w 746874"/>
                <a:gd name="connsiteY13" fmla="*/ 75095 h 483032"/>
                <a:gd name="connsiteX14" fmla="*/ 537743 w 746874"/>
                <a:gd name="connsiteY14" fmla="*/ 82439 h 483032"/>
                <a:gd name="connsiteX15" fmla="*/ 555317 w 746874"/>
                <a:gd name="connsiteY15" fmla="*/ 141122 h 483032"/>
                <a:gd name="connsiteX16" fmla="*/ 603895 w 746874"/>
                <a:gd name="connsiteY16" fmla="*/ 158744 h 483032"/>
                <a:gd name="connsiteX17" fmla="*/ 603895 w 746874"/>
                <a:gd name="connsiteY17" fmla="*/ 209112 h 483032"/>
                <a:gd name="connsiteX18" fmla="*/ 7725 w 746874"/>
                <a:gd name="connsiteY18" fmla="*/ 477450 h 483032"/>
                <a:gd name="connsiteX19" fmla="*/ 0 w 746874"/>
                <a:gd name="connsiteY19" fmla="*/ 483032 h 483032"/>
                <a:gd name="connsiteX20" fmla="*/ 33204 w 746874"/>
                <a:gd name="connsiteY20" fmla="*/ 483032 h 483032"/>
                <a:gd name="connsiteX21" fmla="*/ 625031 w 746874"/>
                <a:gd name="connsiteY21" fmla="*/ 223752 h 483032"/>
                <a:gd name="connsiteX22" fmla="*/ 644081 w 746874"/>
                <a:gd name="connsiteY22" fmla="*/ 219751 h 483032"/>
                <a:gd name="connsiteX23" fmla="*/ 746874 w 746874"/>
                <a:gd name="connsiteY23" fmla="*/ 201654 h 483032"/>
                <a:gd name="connsiteX24" fmla="*/ 746874 w 746874"/>
                <a:gd name="connsiteY24" fmla="*/ 182413 h 483032"/>
                <a:gd name="connsiteX25" fmla="*/ 640137 w 746874"/>
                <a:gd name="connsiteY25" fmla="*/ 201092 h 483032"/>
                <a:gd name="connsiteX26" fmla="*/ 670617 w 746874"/>
                <a:gd name="connsiteY26" fmla="*/ 92507 h 483032"/>
                <a:gd name="connsiteX27" fmla="*/ 658578 w 746874"/>
                <a:gd name="connsiteY27" fmla="*/ 127511 h 483032"/>
                <a:gd name="connsiteX28" fmla="*/ 626812 w 746874"/>
                <a:gd name="connsiteY28" fmla="*/ 139513 h 483032"/>
                <a:gd name="connsiteX29" fmla="*/ 627250 w 746874"/>
                <a:gd name="connsiteY29" fmla="*/ 115062 h 483032"/>
                <a:gd name="connsiteX30" fmla="*/ 635184 w 746874"/>
                <a:gd name="connsiteY30" fmla="*/ 103213 h 483032"/>
                <a:gd name="connsiteX31" fmla="*/ 669598 w 746874"/>
                <a:gd name="connsiteY31" fmla="*/ 92507 h 483032"/>
                <a:gd name="connsiteX32" fmla="*/ 670617 w 746874"/>
                <a:gd name="connsiteY32" fmla="*/ 92507 h 483032"/>
                <a:gd name="connsiteX33" fmla="*/ 613943 w 746874"/>
                <a:gd name="connsiteY33" fmla="*/ 26651 h 483032"/>
                <a:gd name="connsiteX34" fmla="*/ 630869 w 746874"/>
                <a:gd name="connsiteY34" fmla="*/ 61484 h 483032"/>
                <a:gd name="connsiteX35" fmla="*/ 616582 w 746874"/>
                <a:gd name="connsiteY35" fmla="*/ 92345 h 483032"/>
                <a:gd name="connsiteX36" fmla="*/ 610429 w 746874"/>
                <a:gd name="connsiteY36" fmla="*/ 91526 h 483032"/>
                <a:gd name="connsiteX37" fmla="*/ 596998 w 746874"/>
                <a:gd name="connsiteY37" fmla="*/ 62198 h 483032"/>
                <a:gd name="connsiteX38" fmla="*/ 613943 w 746874"/>
                <a:gd name="connsiteY38" fmla="*/ 26651 h 483032"/>
                <a:gd name="connsiteX39" fmla="*/ 601028 w 746874"/>
                <a:gd name="connsiteY39" fmla="*/ 139417 h 483032"/>
                <a:gd name="connsiteX40" fmla="*/ 568566 w 746874"/>
                <a:gd name="connsiteY40" fmla="*/ 127387 h 483032"/>
                <a:gd name="connsiteX41" fmla="*/ 556536 w 746874"/>
                <a:gd name="connsiteY41" fmla="*/ 92393 h 483032"/>
                <a:gd name="connsiteX42" fmla="*/ 591845 w 746874"/>
                <a:gd name="connsiteY42" fmla="*/ 102870 h 483032"/>
                <a:gd name="connsiteX43" fmla="*/ 600189 w 746874"/>
                <a:gd name="connsiteY43" fmla="*/ 115557 h 483032"/>
                <a:gd name="connsiteX44" fmla="*/ 601028 w 746874"/>
                <a:gd name="connsiteY44" fmla="*/ 139417 h 483032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45840 w 746874"/>
                <a:gd name="connsiteY11" fmla="*/ 74028 h 483032"/>
                <a:gd name="connsiteX12" fmla="*/ 538525 w 746874"/>
                <a:gd name="connsiteY12" fmla="*/ 75095 h 483032"/>
                <a:gd name="connsiteX13" fmla="*/ 537743 w 746874"/>
                <a:gd name="connsiteY13" fmla="*/ 82439 h 483032"/>
                <a:gd name="connsiteX14" fmla="*/ 555317 w 746874"/>
                <a:gd name="connsiteY14" fmla="*/ 141122 h 483032"/>
                <a:gd name="connsiteX15" fmla="*/ 603895 w 746874"/>
                <a:gd name="connsiteY15" fmla="*/ 158744 h 483032"/>
                <a:gd name="connsiteX16" fmla="*/ 603895 w 746874"/>
                <a:gd name="connsiteY16" fmla="*/ 209112 h 483032"/>
                <a:gd name="connsiteX17" fmla="*/ 7725 w 746874"/>
                <a:gd name="connsiteY17" fmla="*/ 477450 h 483032"/>
                <a:gd name="connsiteX18" fmla="*/ 0 w 746874"/>
                <a:gd name="connsiteY18" fmla="*/ 483032 h 483032"/>
                <a:gd name="connsiteX19" fmla="*/ 33204 w 746874"/>
                <a:gd name="connsiteY19" fmla="*/ 483032 h 483032"/>
                <a:gd name="connsiteX20" fmla="*/ 625031 w 746874"/>
                <a:gd name="connsiteY20" fmla="*/ 223752 h 483032"/>
                <a:gd name="connsiteX21" fmla="*/ 644081 w 746874"/>
                <a:gd name="connsiteY21" fmla="*/ 219751 h 483032"/>
                <a:gd name="connsiteX22" fmla="*/ 746874 w 746874"/>
                <a:gd name="connsiteY22" fmla="*/ 201654 h 483032"/>
                <a:gd name="connsiteX23" fmla="*/ 746874 w 746874"/>
                <a:gd name="connsiteY23" fmla="*/ 182413 h 483032"/>
                <a:gd name="connsiteX24" fmla="*/ 640137 w 746874"/>
                <a:gd name="connsiteY24" fmla="*/ 201092 h 483032"/>
                <a:gd name="connsiteX25" fmla="*/ 670617 w 746874"/>
                <a:gd name="connsiteY25" fmla="*/ 92507 h 483032"/>
                <a:gd name="connsiteX26" fmla="*/ 658578 w 746874"/>
                <a:gd name="connsiteY26" fmla="*/ 127511 h 483032"/>
                <a:gd name="connsiteX27" fmla="*/ 626812 w 746874"/>
                <a:gd name="connsiteY27" fmla="*/ 139513 h 483032"/>
                <a:gd name="connsiteX28" fmla="*/ 627250 w 746874"/>
                <a:gd name="connsiteY28" fmla="*/ 115062 h 483032"/>
                <a:gd name="connsiteX29" fmla="*/ 635184 w 746874"/>
                <a:gd name="connsiteY29" fmla="*/ 103213 h 483032"/>
                <a:gd name="connsiteX30" fmla="*/ 669598 w 746874"/>
                <a:gd name="connsiteY30" fmla="*/ 92507 h 483032"/>
                <a:gd name="connsiteX31" fmla="*/ 670617 w 746874"/>
                <a:gd name="connsiteY31" fmla="*/ 92507 h 483032"/>
                <a:gd name="connsiteX32" fmla="*/ 613943 w 746874"/>
                <a:gd name="connsiteY32" fmla="*/ 26651 h 483032"/>
                <a:gd name="connsiteX33" fmla="*/ 630869 w 746874"/>
                <a:gd name="connsiteY33" fmla="*/ 61484 h 483032"/>
                <a:gd name="connsiteX34" fmla="*/ 616582 w 746874"/>
                <a:gd name="connsiteY34" fmla="*/ 92345 h 483032"/>
                <a:gd name="connsiteX35" fmla="*/ 610429 w 746874"/>
                <a:gd name="connsiteY35" fmla="*/ 91526 h 483032"/>
                <a:gd name="connsiteX36" fmla="*/ 596998 w 746874"/>
                <a:gd name="connsiteY36" fmla="*/ 62198 h 483032"/>
                <a:gd name="connsiteX37" fmla="*/ 613943 w 746874"/>
                <a:gd name="connsiteY37" fmla="*/ 26651 h 483032"/>
                <a:gd name="connsiteX38" fmla="*/ 601028 w 746874"/>
                <a:gd name="connsiteY38" fmla="*/ 139417 h 483032"/>
                <a:gd name="connsiteX39" fmla="*/ 568566 w 746874"/>
                <a:gd name="connsiteY39" fmla="*/ 127387 h 483032"/>
                <a:gd name="connsiteX40" fmla="*/ 556536 w 746874"/>
                <a:gd name="connsiteY40" fmla="*/ 92393 h 483032"/>
                <a:gd name="connsiteX41" fmla="*/ 591845 w 746874"/>
                <a:gd name="connsiteY41" fmla="*/ 102870 h 483032"/>
                <a:gd name="connsiteX42" fmla="*/ 600189 w 746874"/>
                <a:gd name="connsiteY42" fmla="*/ 115557 h 483032"/>
                <a:gd name="connsiteX43" fmla="*/ 601028 w 746874"/>
                <a:gd name="connsiteY43" fmla="*/ 139417 h 483032"/>
                <a:gd name="connsiteX0" fmla="*/ 640137 w 746874"/>
                <a:gd name="connsiteY0" fmla="*/ 195263 h 477203"/>
                <a:gd name="connsiteX1" fmla="*/ 622992 w 746874"/>
                <a:gd name="connsiteY1" fmla="*/ 198863 h 477203"/>
                <a:gd name="connsiteX2" fmla="*/ 622992 w 746874"/>
                <a:gd name="connsiteY2" fmla="*/ 153105 h 477203"/>
                <a:gd name="connsiteX3" fmla="*/ 671751 w 746874"/>
                <a:gd name="connsiteY3" fmla="*/ 135417 h 477203"/>
                <a:gd name="connsiteX4" fmla="*/ 689343 w 746874"/>
                <a:gd name="connsiteY4" fmla="*/ 76734 h 477203"/>
                <a:gd name="connsiteX5" fmla="*/ 688553 w 746874"/>
                <a:gd name="connsiteY5" fmla="*/ 69371 h 477203"/>
                <a:gd name="connsiteX6" fmla="*/ 681228 w 746874"/>
                <a:gd name="connsiteY6" fmla="*/ 68314 h 477203"/>
                <a:gd name="connsiteX7" fmla="*/ 647262 w 746874"/>
                <a:gd name="connsiteY7" fmla="*/ 70371 h 477203"/>
                <a:gd name="connsiteX8" fmla="*/ 649843 w 746874"/>
                <a:gd name="connsiteY8" fmla="*/ 56379 h 477203"/>
                <a:gd name="connsiteX9" fmla="*/ 620316 w 746874"/>
                <a:gd name="connsiteY9" fmla="*/ 0 h 477203"/>
                <a:gd name="connsiteX10" fmla="*/ 545840 w 746874"/>
                <a:gd name="connsiteY10" fmla="*/ 68199 h 477203"/>
                <a:gd name="connsiteX11" fmla="*/ 538525 w 746874"/>
                <a:gd name="connsiteY11" fmla="*/ 69266 h 477203"/>
                <a:gd name="connsiteX12" fmla="*/ 537743 w 746874"/>
                <a:gd name="connsiteY12" fmla="*/ 76610 h 477203"/>
                <a:gd name="connsiteX13" fmla="*/ 555317 w 746874"/>
                <a:gd name="connsiteY13" fmla="*/ 135293 h 477203"/>
                <a:gd name="connsiteX14" fmla="*/ 603895 w 746874"/>
                <a:gd name="connsiteY14" fmla="*/ 152915 h 477203"/>
                <a:gd name="connsiteX15" fmla="*/ 603895 w 746874"/>
                <a:gd name="connsiteY15" fmla="*/ 203283 h 477203"/>
                <a:gd name="connsiteX16" fmla="*/ 7725 w 746874"/>
                <a:gd name="connsiteY16" fmla="*/ 471621 h 477203"/>
                <a:gd name="connsiteX17" fmla="*/ 0 w 746874"/>
                <a:gd name="connsiteY17" fmla="*/ 477203 h 477203"/>
                <a:gd name="connsiteX18" fmla="*/ 33204 w 746874"/>
                <a:gd name="connsiteY18" fmla="*/ 477203 h 477203"/>
                <a:gd name="connsiteX19" fmla="*/ 625031 w 746874"/>
                <a:gd name="connsiteY19" fmla="*/ 217923 h 477203"/>
                <a:gd name="connsiteX20" fmla="*/ 644081 w 746874"/>
                <a:gd name="connsiteY20" fmla="*/ 213922 h 477203"/>
                <a:gd name="connsiteX21" fmla="*/ 746874 w 746874"/>
                <a:gd name="connsiteY21" fmla="*/ 195825 h 477203"/>
                <a:gd name="connsiteX22" fmla="*/ 746874 w 746874"/>
                <a:gd name="connsiteY22" fmla="*/ 176584 h 477203"/>
                <a:gd name="connsiteX23" fmla="*/ 640137 w 746874"/>
                <a:gd name="connsiteY23" fmla="*/ 195263 h 477203"/>
                <a:gd name="connsiteX24" fmla="*/ 670617 w 746874"/>
                <a:gd name="connsiteY24" fmla="*/ 86678 h 477203"/>
                <a:gd name="connsiteX25" fmla="*/ 658578 w 746874"/>
                <a:gd name="connsiteY25" fmla="*/ 121682 h 477203"/>
                <a:gd name="connsiteX26" fmla="*/ 626812 w 746874"/>
                <a:gd name="connsiteY26" fmla="*/ 133684 h 477203"/>
                <a:gd name="connsiteX27" fmla="*/ 627250 w 746874"/>
                <a:gd name="connsiteY27" fmla="*/ 109233 h 477203"/>
                <a:gd name="connsiteX28" fmla="*/ 635184 w 746874"/>
                <a:gd name="connsiteY28" fmla="*/ 97384 h 477203"/>
                <a:gd name="connsiteX29" fmla="*/ 669598 w 746874"/>
                <a:gd name="connsiteY29" fmla="*/ 86678 h 477203"/>
                <a:gd name="connsiteX30" fmla="*/ 670617 w 746874"/>
                <a:gd name="connsiteY30" fmla="*/ 86678 h 477203"/>
                <a:gd name="connsiteX31" fmla="*/ 613943 w 746874"/>
                <a:gd name="connsiteY31" fmla="*/ 20822 h 477203"/>
                <a:gd name="connsiteX32" fmla="*/ 630869 w 746874"/>
                <a:gd name="connsiteY32" fmla="*/ 55655 h 477203"/>
                <a:gd name="connsiteX33" fmla="*/ 616582 w 746874"/>
                <a:gd name="connsiteY33" fmla="*/ 86516 h 477203"/>
                <a:gd name="connsiteX34" fmla="*/ 610429 w 746874"/>
                <a:gd name="connsiteY34" fmla="*/ 85697 h 477203"/>
                <a:gd name="connsiteX35" fmla="*/ 596998 w 746874"/>
                <a:gd name="connsiteY35" fmla="*/ 56369 h 477203"/>
                <a:gd name="connsiteX36" fmla="*/ 613943 w 746874"/>
                <a:gd name="connsiteY36" fmla="*/ 20822 h 477203"/>
                <a:gd name="connsiteX37" fmla="*/ 601028 w 746874"/>
                <a:gd name="connsiteY37" fmla="*/ 133588 h 477203"/>
                <a:gd name="connsiteX38" fmla="*/ 568566 w 746874"/>
                <a:gd name="connsiteY38" fmla="*/ 121558 h 477203"/>
                <a:gd name="connsiteX39" fmla="*/ 556536 w 746874"/>
                <a:gd name="connsiteY39" fmla="*/ 86564 h 477203"/>
                <a:gd name="connsiteX40" fmla="*/ 591845 w 746874"/>
                <a:gd name="connsiteY40" fmla="*/ 97041 h 477203"/>
                <a:gd name="connsiteX41" fmla="*/ 600189 w 746874"/>
                <a:gd name="connsiteY41" fmla="*/ 109728 h 477203"/>
                <a:gd name="connsiteX42" fmla="*/ 601028 w 746874"/>
                <a:gd name="connsiteY42" fmla="*/ 133588 h 477203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591845 w 746874"/>
                <a:gd name="connsiteY39" fmla="*/ 76219 h 456381"/>
                <a:gd name="connsiteX40" fmla="*/ 600189 w 746874"/>
                <a:gd name="connsiteY40" fmla="*/ 88906 h 456381"/>
                <a:gd name="connsiteX41" fmla="*/ 601028 w 746874"/>
                <a:gd name="connsiteY41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591845 w 746874"/>
                <a:gd name="connsiteY39" fmla="*/ 76219 h 456381"/>
                <a:gd name="connsiteX40" fmla="*/ 601028 w 746874"/>
                <a:gd name="connsiteY40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601028 w 746874"/>
                <a:gd name="connsiteY39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556536 w 746874"/>
                <a:gd name="connsiteY36" fmla="*/ 65742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82461 h 456381"/>
                <a:gd name="connsiteX14" fmla="*/ 7725 w 746874"/>
                <a:gd name="connsiteY14" fmla="*/ 450799 h 456381"/>
                <a:gd name="connsiteX15" fmla="*/ 0 w 746874"/>
                <a:gd name="connsiteY15" fmla="*/ 456381 h 456381"/>
                <a:gd name="connsiteX16" fmla="*/ 33204 w 746874"/>
                <a:gd name="connsiteY16" fmla="*/ 456381 h 456381"/>
                <a:gd name="connsiteX17" fmla="*/ 625031 w 746874"/>
                <a:gd name="connsiteY17" fmla="*/ 197101 h 456381"/>
                <a:gd name="connsiteX18" fmla="*/ 644081 w 746874"/>
                <a:gd name="connsiteY18" fmla="*/ 193100 h 456381"/>
                <a:gd name="connsiteX19" fmla="*/ 746874 w 746874"/>
                <a:gd name="connsiteY19" fmla="*/ 175003 h 456381"/>
                <a:gd name="connsiteX20" fmla="*/ 746874 w 746874"/>
                <a:gd name="connsiteY20" fmla="*/ 155762 h 456381"/>
                <a:gd name="connsiteX21" fmla="*/ 640137 w 746874"/>
                <a:gd name="connsiteY21" fmla="*/ 174441 h 456381"/>
                <a:gd name="connsiteX22" fmla="*/ 670617 w 746874"/>
                <a:gd name="connsiteY22" fmla="*/ 65856 h 456381"/>
                <a:gd name="connsiteX23" fmla="*/ 658578 w 746874"/>
                <a:gd name="connsiteY23" fmla="*/ 100860 h 456381"/>
                <a:gd name="connsiteX24" fmla="*/ 626812 w 746874"/>
                <a:gd name="connsiteY24" fmla="*/ 112862 h 456381"/>
                <a:gd name="connsiteX25" fmla="*/ 627250 w 746874"/>
                <a:gd name="connsiteY25" fmla="*/ 88411 h 456381"/>
                <a:gd name="connsiteX26" fmla="*/ 635184 w 746874"/>
                <a:gd name="connsiteY26" fmla="*/ 76562 h 456381"/>
                <a:gd name="connsiteX27" fmla="*/ 669598 w 746874"/>
                <a:gd name="connsiteY27" fmla="*/ 65856 h 456381"/>
                <a:gd name="connsiteX28" fmla="*/ 670617 w 746874"/>
                <a:gd name="connsiteY28" fmla="*/ 65856 h 456381"/>
                <a:gd name="connsiteX29" fmla="*/ 613943 w 746874"/>
                <a:gd name="connsiteY29" fmla="*/ 0 h 456381"/>
                <a:gd name="connsiteX30" fmla="*/ 630869 w 746874"/>
                <a:gd name="connsiteY30" fmla="*/ 34833 h 456381"/>
                <a:gd name="connsiteX31" fmla="*/ 616582 w 746874"/>
                <a:gd name="connsiteY31" fmla="*/ 65694 h 456381"/>
                <a:gd name="connsiteX32" fmla="*/ 610429 w 746874"/>
                <a:gd name="connsiteY32" fmla="*/ 64875 h 456381"/>
                <a:gd name="connsiteX33" fmla="*/ 596998 w 746874"/>
                <a:gd name="connsiteY33" fmla="*/ 35547 h 456381"/>
                <a:gd name="connsiteX34" fmla="*/ 613943 w 746874"/>
                <a:gd name="connsiteY34" fmla="*/ 0 h 456381"/>
                <a:gd name="connsiteX35" fmla="*/ 556536 w 746874"/>
                <a:gd name="connsiteY35" fmla="*/ 65742 h 456381"/>
                <a:gd name="connsiteX36" fmla="*/ 568566 w 746874"/>
                <a:gd name="connsiteY36" fmla="*/ 100736 h 456381"/>
                <a:gd name="connsiteX37" fmla="*/ 556536 w 746874"/>
                <a:gd name="connsiteY37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5317 w 746874"/>
                <a:gd name="connsiteY11" fmla="*/ 1144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34" fmla="*/ 556536 w 746874"/>
                <a:gd name="connsiteY34" fmla="*/ 65742 h 456381"/>
                <a:gd name="connsiteX35" fmla="*/ 568566 w 746874"/>
                <a:gd name="connsiteY35" fmla="*/ 100736 h 456381"/>
                <a:gd name="connsiteX36" fmla="*/ 556536 w 746874"/>
                <a:gd name="connsiteY36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5317 w 746874"/>
                <a:gd name="connsiteY11" fmla="*/ 1144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603895 w 746874"/>
                <a:gd name="connsiteY11" fmla="*/ 182461 h 456381"/>
                <a:gd name="connsiteX12" fmla="*/ 7725 w 746874"/>
                <a:gd name="connsiteY12" fmla="*/ 450799 h 456381"/>
                <a:gd name="connsiteX13" fmla="*/ 0 w 746874"/>
                <a:gd name="connsiteY13" fmla="*/ 456381 h 456381"/>
                <a:gd name="connsiteX14" fmla="*/ 33204 w 746874"/>
                <a:gd name="connsiteY14" fmla="*/ 456381 h 456381"/>
                <a:gd name="connsiteX15" fmla="*/ 625031 w 746874"/>
                <a:gd name="connsiteY15" fmla="*/ 197101 h 456381"/>
                <a:gd name="connsiteX16" fmla="*/ 644081 w 746874"/>
                <a:gd name="connsiteY16" fmla="*/ 193100 h 456381"/>
                <a:gd name="connsiteX17" fmla="*/ 746874 w 746874"/>
                <a:gd name="connsiteY17" fmla="*/ 175003 h 456381"/>
                <a:gd name="connsiteX18" fmla="*/ 746874 w 746874"/>
                <a:gd name="connsiteY18" fmla="*/ 155762 h 456381"/>
                <a:gd name="connsiteX19" fmla="*/ 640137 w 746874"/>
                <a:gd name="connsiteY19" fmla="*/ 174441 h 456381"/>
                <a:gd name="connsiteX20" fmla="*/ 670617 w 746874"/>
                <a:gd name="connsiteY20" fmla="*/ 65856 h 456381"/>
                <a:gd name="connsiteX21" fmla="*/ 658578 w 746874"/>
                <a:gd name="connsiteY21" fmla="*/ 100860 h 456381"/>
                <a:gd name="connsiteX22" fmla="*/ 626812 w 746874"/>
                <a:gd name="connsiteY22" fmla="*/ 112862 h 456381"/>
                <a:gd name="connsiteX23" fmla="*/ 627250 w 746874"/>
                <a:gd name="connsiteY23" fmla="*/ 88411 h 456381"/>
                <a:gd name="connsiteX24" fmla="*/ 635184 w 746874"/>
                <a:gd name="connsiteY24" fmla="*/ 76562 h 456381"/>
                <a:gd name="connsiteX25" fmla="*/ 669598 w 746874"/>
                <a:gd name="connsiteY25" fmla="*/ 65856 h 456381"/>
                <a:gd name="connsiteX26" fmla="*/ 670617 w 746874"/>
                <a:gd name="connsiteY26" fmla="*/ 65856 h 456381"/>
                <a:gd name="connsiteX27" fmla="*/ 613943 w 746874"/>
                <a:gd name="connsiteY27" fmla="*/ 0 h 456381"/>
                <a:gd name="connsiteX28" fmla="*/ 630869 w 746874"/>
                <a:gd name="connsiteY28" fmla="*/ 34833 h 456381"/>
                <a:gd name="connsiteX29" fmla="*/ 616582 w 746874"/>
                <a:gd name="connsiteY29" fmla="*/ 65694 h 456381"/>
                <a:gd name="connsiteX30" fmla="*/ 610429 w 746874"/>
                <a:gd name="connsiteY30" fmla="*/ 64875 h 456381"/>
                <a:gd name="connsiteX31" fmla="*/ 596998 w 746874"/>
                <a:gd name="connsiteY31" fmla="*/ 35547 h 456381"/>
                <a:gd name="connsiteX32" fmla="*/ 613943 w 746874"/>
                <a:gd name="connsiteY32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1549 w 746874"/>
                <a:gd name="connsiteY11" fmla="*/ 636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603895 w 746874"/>
                <a:gd name="connsiteY11" fmla="*/ 182461 h 456381"/>
                <a:gd name="connsiteX12" fmla="*/ 7725 w 746874"/>
                <a:gd name="connsiteY12" fmla="*/ 450799 h 456381"/>
                <a:gd name="connsiteX13" fmla="*/ 0 w 746874"/>
                <a:gd name="connsiteY13" fmla="*/ 456381 h 456381"/>
                <a:gd name="connsiteX14" fmla="*/ 33204 w 746874"/>
                <a:gd name="connsiteY14" fmla="*/ 456381 h 456381"/>
                <a:gd name="connsiteX15" fmla="*/ 625031 w 746874"/>
                <a:gd name="connsiteY15" fmla="*/ 197101 h 456381"/>
                <a:gd name="connsiteX16" fmla="*/ 644081 w 746874"/>
                <a:gd name="connsiteY16" fmla="*/ 193100 h 456381"/>
                <a:gd name="connsiteX17" fmla="*/ 746874 w 746874"/>
                <a:gd name="connsiteY17" fmla="*/ 175003 h 456381"/>
                <a:gd name="connsiteX18" fmla="*/ 746874 w 746874"/>
                <a:gd name="connsiteY18" fmla="*/ 155762 h 456381"/>
                <a:gd name="connsiteX19" fmla="*/ 640137 w 746874"/>
                <a:gd name="connsiteY19" fmla="*/ 174441 h 456381"/>
                <a:gd name="connsiteX20" fmla="*/ 670617 w 746874"/>
                <a:gd name="connsiteY20" fmla="*/ 65856 h 456381"/>
                <a:gd name="connsiteX21" fmla="*/ 658578 w 746874"/>
                <a:gd name="connsiteY21" fmla="*/ 100860 h 456381"/>
                <a:gd name="connsiteX22" fmla="*/ 626812 w 746874"/>
                <a:gd name="connsiteY22" fmla="*/ 112862 h 456381"/>
                <a:gd name="connsiteX23" fmla="*/ 627250 w 746874"/>
                <a:gd name="connsiteY23" fmla="*/ 88411 h 456381"/>
                <a:gd name="connsiteX24" fmla="*/ 635184 w 746874"/>
                <a:gd name="connsiteY24" fmla="*/ 76562 h 456381"/>
                <a:gd name="connsiteX25" fmla="*/ 669598 w 746874"/>
                <a:gd name="connsiteY25" fmla="*/ 65856 h 456381"/>
                <a:gd name="connsiteX26" fmla="*/ 670617 w 746874"/>
                <a:gd name="connsiteY26" fmla="*/ 65856 h 456381"/>
                <a:gd name="connsiteX27" fmla="*/ 613943 w 746874"/>
                <a:gd name="connsiteY27" fmla="*/ 0 h 456381"/>
                <a:gd name="connsiteX28" fmla="*/ 630869 w 746874"/>
                <a:gd name="connsiteY28" fmla="*/ 34833 h 456381"/>
                <a:gd name="connsiteX29" fmla="*/ 616582 w 746874"/>
                <a:gd name="connsiteY29" fmla="*/ 65694 h 456381"/>
                <a:gd name="connsiteX30" fmla="*/ 610429 w 746874"/>
                <a:gd name="connsiteY30" fmla="*/ 64875 h 456381"/>
                <a:gd name="connsiteX31" fmla="*/ 596998 w 746874"/>
                <a:gd name="connsiteY31" fmla="*/ 35547 h 456381"/>
                <a:gd name="connsiteX32" fmla="*/ 613943 w 746874"/>
                <a:gd name="connsiteY32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603895 w 746874"/>
                <a:gd name="connsiteY10" fmla="*/ 182461 h 456381"/>
                <a:gd name="connsiteX11" fmla="*/ 7725 w 746874"/>
                <a:gd name="connsiteY11" fmla="*/ 450799 h 456381"/>
                <a:gd name="connsiteX12" fmla="*/ 0 w 746874"/>
                <a:gd name="connsiteY12" fmla="*/ 456381 h 456381"/>
                <a:gd name="connsiteX13" fmla="*/ 33204 w 746874"/>
                <a:gd name="connsiteY13" fmla="*/ 456381 h 456381"/>
                <a:gd name="connsiteX14" fmla="*/ 625031 w 746874"/>
                <a:gd name="connsiteY14" fmla="*/ 197101 h 456381"/>
                <a:gd name="connsiteX15" fmla="*/ 644081 w 746874"/>
                <a:gd name="connsiteY15" fmla="*/ 193100 h 456381"/>
                <a:gd name="connsiteX16" fmla="*/ 746874 w 746874"/>
                <a:gd name="connsiteY16" fmla="*/ 175003 h 456381"/>
                <a:gd name="connsiteX17" fmla="*/ 746874 w 746874"/>
                <a:gd name="connsiteY17" fmla="*/ 155762 h 456381"/>
                <a:gd name="connsiteX18" fmla="*/ 640137 w 746874"/>
                <a:gd name="connsiteY18" fmla="*/ 174441 h 456381"/>
                <a:gd name="connsiteX19" fmla="*/ 670617 w 746874"/>
                <a:gd name="connsiteY19" fmla="*/ 65856 h 456381"/>
                <a:gd name="connsiteX20" fmla="*/ 658578 w 746874"/>
                <a:gd name="connsiteY20" fmla="*/ 100860 h 456381"/>
                <a:gd name="connsiteX21" fmla="*/ 626812 w 746874"/>
                <a:gd name="connsiteY21" fmla="*/ 112862 h 456381"/>
                <a:gd name="connsiteX22" fmla="*/ 627250 w 746874"/>
                <a:gd name="connsiteY22" fmla="*/ 88411 h 456381"/>
                <a:gd name="connsiteX23" fmla="*/ 635184 w 746874"/>
                <a:gd name="connsiteY23" fmla="*/ 76562 h 456381"/>
                <a:gd name="connsiteX24" fmla="*/ 669598 w 746874"/>
                <a:gd name="connsiteY24" fmla="*/ 65856 h 456381"/>
                <a:gd name="connsiteX25" fmla="*/ 670617 w 746874"/>
                <a:gd name="connsiteY25" fmla="*/ 65856 h 456381"/>
                <a:gd name="connsiteX26" fmla="*/ 613943 w 746874"/>
                <a:gd name="connsiteY26" fmla="*/ 0 h 456381"/>
                <a:gd name="connsiteX27" fmla="*/ 630869 w 746874"/>
                <a:gd name="connsiteY27" fmla="*/ 34833 h 456381"/>
                <a:gd name="connsiteX28" fmla="*/ 616582 w 746874"/>
                <a:gd name="connsiteY28" fmla="*/ 65694 h 456381"/>
                <a:gd name="connsiteX29" fmla="*/ 610429 w 746874"/>
                <a:gd name="connsiteY29" fmla="*/ 64875 h 456381"/>
                <a:gd name="connsiteX30" fmla="*/ 596998 w 746874"/>
                <a:gd name="connsiteY30" fmla="*/ 35547 h 456381"/>
                <a:gd name="connsiteX31" fmla="*/ 613943 w 746874"/>
                <a:gd name="connsiteY31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603895 w 746874"/>
                <a:gd name="connsiteY9" fmla="*/ 182461 h 456381"/>
                <a:gd name="connsiteX10" fmla="*/ 7725 w 746874"/>
                <a:gd name="connsiteY10" fmla="*/ 450799 h 456381"/>
                <a:gd name="connsiteX11" fmla="*/ 0 w 746874"/>
                <a:gd name="connsiteY11" fmla="*/ 456381 h 456381"/>
                <a:gd name="connsiteX12" fmla="*/ 33204 w 746874"/>
                <a:gd name="connsiteY12" fmla="*/ 456381 h 456381"/>
                <a:gd name="connsiteX13" fmla="*/ 625031 w 746874"/>
                <a:gd name="connsiteY13" fmla="*/ 197101 h 456381"/>
                <a:gd name="connsiteX14" fmla="*/ 644081 w 746874"/>
                <a:gd name="connsiteY14" fmla="*/ 193100 h 456381"/>
                <a:gd name="connsiteX15" fmla="*/ 746874 w 746874"/>
                <a:gd name="connsiteY15" fmla="*/ 175003 h 456381"/>
                <a:gd name="connsiteX16" fmla="*/ 746874 w 746874"/>
                <a:gd name="connsiteY16" fmla="*/ 155762 h 456381"/>
                <a:gd name="connsiteX17" fmla="*/ 640137 w 746874"/>
                <a:gd name="connsiteY17" fmla="*/ 174441 h 456381"/>
                <a:gd name="connsiteX18" fmla="*/ 670617 w 746874"/>
                <a:gd name="connsiteY18" fmla="*/ 65856 h 456381"/>
                <a:gd name="connsiteX19" fmla="*/ 658578 w 746874"/>
                <a:gd name="connsiteY19" fmla="*/ 100860 h 456381"/>
                <a:gd name="connsiteX20" fmla="*/ 626812 w 746874"/>
                <a:gd name="connsiteY20" fmla="*/ 112862 h 456381"/>
                <a:gd name="connsiteX21" fmla="*/ 627250 w 746874"/>
                <a:gd name="connsiteY21" fmla="*/ 88411 h 456381"/>
                <a:gd name="connsiteX22" fmla="*/ 635184 w 746874"/>
                <a:gd name="connsiteY22" fmla="*/ 76562 h 456381"/>
                <a:gd name="connsiteX23" fmla="*/ 669598 w 746874"/>
                <a:gd name="connsiteY23" fmla="*/ 65856 h 456381"/>
                <a:gd name="connsiteX24" fmla="*/ 670617 w 746874"/>
                <a:gd name="connsiteY24" fmla="*/ 65856 h 456381"/>
                <a:gd name="connsiteX25" fmla="*/ 613943 w 746874"/>
                <a:gd name="connsiteY25" fmla="*/ 0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16779 w 746874"/>
                <a:gd name="connsiteY1" fmla="*/ 17182 h 456381"/>
                <a:gd name="connsiteX2" fmla="*/ 622992 w 746874"/>
                <a:gd name="connsiteY2" fmla="*/ 178041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603895 w 746874"/>
                <a:gd name="connsiteY9" fmla="*/ 182461 h 456381"/>
                <a:gd name="connsiteX10" fmla="*/ 7725 w 746874"/>
                <a:gd name="connsiteY10" fmla="*/ 450799 h 456381"/>
                <a:gd name="connsiteX11" fmla="*/ 0 w 746874"/>
                <a:gd name="connsiteY11" fmla="*/ 456381 h 456381"/>
                <a:gd name="connsiteX12" fmla="*/ 33204 w 746874"/>
                <a:gd name="connsiteY12" fmla="*/ 456381 h 456381"/>
                <a:gd name="connsiteX13" fmla="*/ 625031 w 746874"/>
                <a:gd name="connsiteY13" fmla="*/ 197101 h 456381"/>
                <a:gd name="connsiteX14" fmla="*/ 644081 w 746874"/>
                <a:gd name="connsiteY14" fmla="*/ 193100 h 456381"/>
                <a:gd name="connsiteX15" fmla="*/ 746874 w 746874"/>
                <a:gd name="connsiteY15" fmla="*/ 175003 h 456381"/>
                <a:gd name="connsiteX16" fmla="*/ 746874 w 746874"/>
                <a:gd name="connsiteY16" fmla="*/ 155762 h 456381"/>
                <a:gd name="connsiteX17" fmla="*/ 640137 w 746874"/>
                <a:gd name="connsiteY17" fmla="*/ 174441 h 456381"/>
                <a:gd name="connsiteX18" fmla="*/ 670617 w 746874"/>
                <a:gd name="connsiteY18" fmla="*/ 65856 h 456381"/>
                <a:gd name="connsiteX19" fmla="*/ 658578 w 746874"/>
                <a:gd name="connsiteY19" fmla="*/ 100860 h 456381"/>
                <a:gd name="connsiteX20" fmla="*/ 626812 w 746874"/>
                <a:gd name="connsiteY20" fmla="*/ 112862 h 456381"/>
                <a:gd name="connsiteX21" fmla="*/ 627250 w 746874"/>
                <a:gd name="connsiteY21" fmla="*/ 88411 h 456381"/>
                <a:gd name="connsiteX22" fmla="*/ 635184 w 746874"/>
                <a:gd name="connsiteY22" fmla="*/ 76562 h 456381"/>
                <a:gd name="connsiteX23" fmla="*/ 669598 w 746874"/>
                <a:gd name="connsiteY23" fmla="*/ 65856 h 456381"/>
                <a:gd name="connsiteX24" fmla="*/ 670617 w 746874"/>
                <a:gd name="connsiteY24" fmla="*/ 65856 h 456381"/>
                <a:gd name="connsiteX25" fmla="*/ 613943 w 746874"/>
                <a:gd name="connsiteY25" fmla="*/ 0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20194 w 746874"/>
                <a:gd name="connsiteY25" fmla="*/ 14637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58578 w 746874"/>
                <a:gd name="connsiteY17" fmla="*/ 100860 h 456381"/>
                <a:gd name="connsiteX18" fmla="*/ 626812 w 746874"/>
                <a:gd name="connsiteY18" fmla="*/ 112862 h 456381"/>
                <a:gd name="connsiteX19" fmla="*/ 627250 w 746874"/>
                <a:gd name="connsiteY19" fmla="*/ 88411 h 456381"/>
                <a:gd name="connsiteX20" fmla="*/ 635184 w 746874"/>
                <a:gd name="connsiteY20" fmla="*/ 76562 h 456381"/>
                <a:gd name="connsiteX21" fmla="*/ 669598 w 746874"/>
                <a:gd name="connsiteY21" fmla="*/ 65856 h 456381"/>
                <a:gd name="connsiteX22" fmla="*/ 670617 w 746874"/>
                <a:gd name="connsiteY22" fmla="*/ 65856 h 456381"/>
                <a:gd name="connsiteX23" fmla="*/ 613943 w 746874"/>
                <a:gd name="connsiteY23" fmla="*/ 0 h 456381"/>
                <a:gd name="connsiteX24" fmla="*/ 620194 w 746874"/>
                <a:gd name="connsiteY24" fmla="*/ 14637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60928 w 746874"/>
                <a:gd name="connsiteY7" fmla="*/ 123469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20194 w 746874"/>
                <a:gd name="connsiteY25" fmla="*/ 14637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58578 w 746874"/>
                <a:gd name="connsiteY17" fmla="*/ 100860 h 456381"/>
                <a:gd name="connsiteX18" fmla="*/ 626812 w 746874"/>
                <a:gd name="connsiteY18" fmla="*/ 112862 h 456381"/>
                <a:gd name="connsiteX19" fmla="*/ 627250 w 746874"/>
                <a:gd name="connsiteY19" fmla="*/ 88411 h 456381"/>
                <a:gd name="connsiteX20" fmla="*/ 635184 w 746874"/>
                <a:gd name="connsiteY20" fmla="*/ 76562 h 456381"/>
                <a:gd name="connsiteX21" fmla="*/ 669598 w 746874"/>
                <a:gd name="connsiteY21" fmla="*/ 65856 h 456381"/>
                <a:gd name="connsiteX22" fmla="*/ 670617 w 746874"/>
                <a:gd name="connsiteY22" fmla="*/ 65856 h 456381"/>
                <a:gd name="connsiteX23" fmla="*/ 613943 w 746874"/>
                <a:gd name="connsiteY23" fmla="*/ 0 h 456381"/>
                <a:gd name="connsiteX24" fmla="*/ 620194 w 746874"/>
                <a:gd name="connsiteY24" fmla="*/ 14637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26812 w 746874"/>
                <a:gd name="connsiteY17" fmla="*/ 112862 h 456381"/>
                <a:gd name="connsiteX18" fmla="*/ 627250 w 746874"/>
                <a:gd name="connsiteY18" fmla="*/ 88411 h 456381"/>
                <a:gd name="connsiteX19" fmla="*/ 635184 w 746874"/>
                <a:gd name="connsiteY19" fmla="*/ 76562 h 456381"/>
                <a:gd name="connsiteX20" fmla="*/ 669598 w 746874"/>
                <a:gd name="connsiteY20" fmla="*/ 65856 h 456381"/>
                <a:gd name="connsiteX21" fmla="*/ 670617 w 746874"/>
                <a:gd name="connsiteY21" fmla="*/ 65856 h 456381"/>
                <a:gd name="connsiteX22" fmla="*/ 613943 w 746874"/>
                <a:gd name="connsiteY22" fmla="*/ 0 h 456381"/>
                <a:gd name="connsiteX23" fmla="*/ 620194 w 746874"/>
                <a:gd name="connsiteY23" fmla="*/ 14637 h 456381"/>
                <a:gd name="connsiteX24" fmla="*/ 630869 w 746874"/>
                <a:gd name="connsiteY24" fmla="*/ 34833 h 456381"/>
                <a:gd name="connsiteX25" fmla="*/ 616582 w 746874"/>
                <a:gd name="connsiteY25" fmla="*/ 65694 h 456381"/>
                <a:gd name="connsiteX26" fmla="*/ 610429 w 746874"/>
                <a:gd name="connsiteY26" fmla="*/ 64875 h 456381"/>
                <a:gd name="connsiteX27" fmla="*/ 596998 w 746874"/>
                <a:gd name="connsiteY27" fmla="*/ 35547 h 456381"/>
                <a:gd name="connsiteX28" fmla="*/ 613943 w 746874"/>
                <a:gd name="connsiteY28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03895 w 746874"/>
                <a:gd name="connsiteY6" fmla="*/ 182461 h 456381"/>
                <a:gd name="connsiteX7" fmla="*/ 7725 w 746874"/>
                <a:gd name="connsiteY7" fmla="*/ 450799 h 456381"/>
                <a:gd name="connsiteX8" fmla="*/ 0 w 746874"/>
                <a:gd name="connsiteY8" fmla="*/ 456381 h 456381"/>
                <a:gd name="connsiteX9" fmla="*/ 33204 w 746874"/>
                <a:gd name="connsiteY9" fmla="*/ 456381 h 456381"/>
                <a:gd name="connsiteX10" fmla="*/ 625031 w 746874"/>
                <a:gd name="connsiteY10" fmla="*/ 197101 h 456381"/>
                <a:gd name="connsiteX11" fmla="*/ 644081 w 746874"/>
                <a:gd name="connsiteY11" fmla="*/ 193100 h 456381"/>
                <a:gd name="connsiteX12" fmla="*/ 746874 w 746874"/>
                <a:gd name="connsiteY12" fmla="*/ 175003 h 456381"/>
                <a:gd name="connsiteX13" fmla="*/ 746874 w 746874"/>
                <a:gd name="connsiteY13" fmla="*/ 155762 h 456381"/>
                <a:gd name="connsiteX14" fmla="*/ 640137 w 746874"/>
                <a:gd name="connsiteY14" fmla="*/ 174441 h 456381"/>
                <a:gd name="connsiteX15" fmla="*/ 670617 w 746874"/>
                <a:gd name="connsiteY15" fmla="*/ 65856 h 456381"/>
                <a:gd name="connsiteX16" fmla="*/ 626812 w 746874"/>
                <a:gd name="connsiteY16" fmla="*/ 112862 h 456381"/>
                <a:gd name="connsiteX17" fmla="*/ 627250 w 746874"/>
                <a:gd name="connsiteY17" fmla="*/ 88411 h 456381"/>
                <a:gd name="connsiteX18" fmla="*/ 635184 w 746874"/>
                <a:gd name="connsiteY18" fmla="*/ 76562 h 456381"/>
                <a:gd name="connsiteX19" fmla="*/ 669598 w 746874"/>
                <a:gd name="connsiteY19" fmla="*/ 65856 h 456381"/>
                <a:gd name="connsiteX20" fmla="*/ 670617 w 746874"/>
                <a:gd name="connsiteY20" fmla="*/ 65856 h 456381"/>
                <a:gd name="connsiteX21" fmla="*/ 613943 w 746874"/>
                <a:gd name="connsiteY21" fmla="*/ 0 h 456381"/>
                <a:gd name="connsiteX22" fmla="*/ 620194 w 746874"/>
                <a:gd name="connsiteY22" fmla="*/ 14637 h 456381"/>
                <a:gd name="connsiteX23" fmla="*/ 630869 w 746874"/>
                <a:gd name="connsiteY23" fmla="*/ 34833 h 456381"/>
                <a:gd name="connsiteX24" fmla="*/ 616582 w 746874"/>
                <a:gd name="connsiteY24" fmla="*/ 65694 h 456381"/>
                <a:gd name="connsiteX25" fmla="*/ 610429 w 746874"/>
                <a:gd name="connsiteY25" fmla="*/ 64875 h 456381"/>
                <a:gd name="connsiteX26" fmla="*/ 596998 w 746874"/>
                <a:gd name="connsiteY26" fmla="*/ 35547 h 456381"/>
                <a:gd name="connsiteX27" fmla="*/ 613943 w 746874"/>
                <a:gd name="connsiteY27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03895 w 746874"/>
                <a:gd name="connsiteY5" fmla="*/ 182461 h 456381"/>
                <a:gd name="connsiteX6" fmla="*/ 7725 w 746874"/>
                <a:gd name="connsiteY6" fmla="*/ 450799 h 456381"/>
                <a:gd name="connsiteX7" fmla="*/ 0 w 746874"/>
                <a:gd name="connsiteY7" fmla="*/ 456381 h 456381"/>
                <a:gd name="connsiteX8" fmla="*/ 33204 w 746874"/>
                <a:gd name="connsiteY8" fmla="*/ 456381 h 456381"/>
                <a:gd name="connsiteX9" fmla="*/ 625031 w 746874"/>
                <a:gd name="connsiteY9" fmla="*/ 197101 h 456381"/>
                <a:gd name="connsiteX10" fmla="*/ 644081 w 746874"/>
                <a:gd name="connsiteY10" fmla="*/ 193100 h 456381"/>
                <a:gd name="connsiteX11" fmla="*/ 746874 w 746874"/>
                <a:gd name="connsiteY11" fmla="*/ 175003 h 456381"/>
                <a:gd name="connsiteX12" fmla="*/ 746874 w 746874"/>
                <a:gd name="connsiteY12" fmla="*/ 155762 h 456381"/>
                <a:gd name="connsiteX13" fmla="*/ 640137 w 746874"/>
                <a:gd name="connsiteY13" fmla="*/ 174441 h 456381"/>
                <a:gd name="connsiteX14" fmla="*/ 670617 w 746874"/>
                <a:gd name="connsiteY14" fmla="*/ 65856 h 456381"/>
                <a:gd name="connsiteX15" fmla="*/ 626812 w 746874"/>
                <a:gd name="connsiteY15" fmla="*/ 112862 h 456381"/>
                <a:gd name="connsiteX16" fmla="*/ 627250 w 746874"/>
                <a:gd name="connsiteY16" fmla="*/ 88411 h 456381"/>
                <a:gd name="connsiteX17" fmla="*/ 635184 w 746874"/>
                <a:gd name="connsiteY17" fmla="*/ 76562 h 456381"/>
                <a:gd name="connsiteX18" fmla="*/ 669598 w 746874"/>
                <a:gd name="connsiteY18" fmla="*/ 65856 h 456381"/>
                <a:gd name="connsiteX19" fmla="*/ 670617 w 746874"/>
                <a:gd name="connsiteY19" fmla="*/ 65856 h 456381"/>
                <a:gd name="connsiteX20" fmla="*/ 613943 w 746874"/>
                <a:gd name="connsiteY20" fmla="*/ 0 h 456381"/>
                <a:gd name="connsiteX21" fmla="*/ 620194 w 746874"/>
                <a:gd name="connsiteY21" fmla="*/ 14637 h 456381"/>
                <a:gd name="connsiteX22" fmla="*/ 630869 w 746874"/>
                <a:gd name="connsiteY22" fmla="*/ 34833 h 456381"/>
                <a:gd name="connsiteX23" fmla="*/ 616582 w 746874"/>
                <a:gd name="connsiteY23" fmla="*/ 65694 h 456381"/>
                <a:gd name="connsiteX24" fmla="*/ 610429 w 746874"/>
                <a:gd name="connsiteY24" fmla="*/ 64875 h 456381"/>
                <a:gd name="connsiteX25" fmla="*/ 596998 w 746874"/>
                <a:gd name="connsiteY25" fmla="*/ 35547 h 456381"/>
                <a:gd name="connsiteX26" fmla="*/ 613943 w 746874"/>
                <a:gd name="connsiteY26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03895 w 746874"/>
                <a:gd name="connsiteY4" fmla="*/ 182461 h 456381"/>
                <a:gd name="connsiteX5" fmla="*/ 7725 w 746874"/>
                <a:gd name="connsiteY5" fmla="*/ 450799 h 456381"/>
                <a:gd name="connsiteX6" fmla="*/ 0 w 746874"/>
                <a:gd name="connsiteY6" fmla="*/ 456381 h 456381"/>
                <a:gd name="connsiteX7" fmla="*/ 33204 w 746874"/>
                <a:gd name="connsiteY7" fmla="*/ 456381 h 456381"/>
                <a:gd name="connsiteX8" fmla="*/ 625031 w 746874"/>
                <a:gd name="connsiteY8" fmla="*/ 197101 h 456381"/>
                <a:gd name="connsiteX9" fmla="*/ 644081 w 746874"/>
                <a:gd name="connsiteY9" fmla="*/ 193100 h 456381"/>
                <a:gd name="connsiteX10" fmla="*/ 746874 w 746874"/>
                <a:gd name="connsiteY10" fmla="*/ 175003 h 456381"/>
                <a:gd name="connsiteX11" fmla="*/ 746874 w 746874"/>
                <a:gd name="connsiteY11" fmla="*/ 155762 h 456381"/>
                <a:gd name="connsiteX12" fmla="*/ 640137 w 746874"/>
                <a:gd name="connsiteY12" fmla="*/ 174441 h 456381"/>
                <a:gd name="connsiteX13" fmla="*/ 670617 w 746874"/>
                <a:gd name="connsiteY13" fmla="*/ 65856 h 456381"/>
                <a:gd name="connsiteX14" fmla="*/ 626812 w 746874"/>
                <a:gd name="connsiteY14" fmla="*/ 112862 h 456381"/>
                <a:gd name="connsiteX15" fmla="*/ 627250 w 746874"/>
                <a:gd name="connsiteY15" fmla="*/ 88411 h 456381"/>
                <a:gd name="connsiteX16" fmla="*/ 635184 w 746874"/>
                <a:gd name="connsiteY16" fmla="*/ 76562 h 456381"/>
                <a:gd name="connsiteX17" fmla="*/ 669598 w 746874"/>
                <a:gd name="connsiteY17" fmla="*/ 65856 h 456381"/>
                <a:gd name="connsiteX18" fmla="*/ 670617 w 746874"/>
                <a:gd name="connsiteY18" fmla="*/ 65856 h 456381"/>
                <a:gd name="connsiteX19" fmla="*/ 613943 w 746874"/>
                <a:gd name="connsiteY19" fmla="*/ 0 h 456381"/>
                <a:gd name="connsiteX20" fmla="*/ 620194 w 746874"/>
                <a:gd name="connsiteY20" fmla="*/ 14637 h 456381"/>
                <a:gd name="connsiteX21" fmla="*/ 630869 w 746874"/>
                <a:gd name="connsiteY21" fmla="*/ 34833 h 456381"/>
                <a:gd name="connsiteX22" fmla="*/ 616582 w 746874"/>
                <a:gd name="connsiteY22" fmla="*/ 65694 h 456381"/>
                <a:gd name="connsiteX23" fmla="*/ 610429 w 746874"/>
                <a:gd name="connsiteY23" fmla="*/ 64875 h 456381"/>
                <a:gd name="connsiteX24" fmla="*/ 596998 w 746874"/>
                <a:gd name="connsiteY24" fmla="*/ 35547 h 456381"/>
                <a:gd name="connsiteX25" fmla="*/ 613943 w 746874"/>
                <a:gd name="connsiteY25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03895 w 746874"/>
                <a:gd name="connsiteY3" fmla="*/ 182461 h 456381"/>
                <a:gd name="connsiteX4" fmla="*/ 7725 w 746874"/>
                <a:gd name="connsiteY4" fmla="*/ 450799 h 456381"/>
                <a:gd name="connsiteX5" fmla="*/ 0 w 746874"/>
                <a:gd name="connsiteY5" fmla="*/ 456381 h 456381"/>
                <a:gd name="connsiteX6" fmla="*/ 33204 w 746874"/>
                <a:gd name="connsiteY6" fmla="*/ 456381 h 456381"/>
                <a:gd name="connsiteX7" fmla="*/ 625031 w 746874"/>
                <a:gd name="connsiteY7" fmla="*/ 197101 h 456381"/>
                <a:gd name="connsiteX8" fmla="*/ 644081 w 746874"/>
                <a:gd name="connsiteY8" fmla="*/ 193100 h 456381"/>
                <a:gd name="connsiteX9" fmla="*/ 746874 w 746874"/>
                <a:gd name="connsiteY9" fmla="*/ 175003 h 456381"/>
                <a:gd name="connsiteX10" fmla="*/ 746874 w 746874"/>
                <a:gd name="connsiteY10" fmla="*/ 155762 h 456381"/>
                <a:gd name="connsiteX11" fmla="*/ 640137 w 746874"/>
                <a:gd name="connsiteY11" fmla="*/ 174441 h 456381"/>
                <a:gd name="connsiteX12" fmla="*/ 670617 w 746874"/>
                <a:gd name="connsiteY12" fmla="*/ 65856 h 456381"/>
                <a:gd name="connsiteX13" fmla="*/ 626812 w 746874"/>
                <a:gd name="connsiteY13" fmla="*/ 112862 h 456381"/>
                <a:gd name="connsiteX14" fmla="*/ 627250 w 746874"/>
                <a:gd name="connsiteY14" fmla="*/ 88411 h 456381"/>
                <a:gd name="connsiteX15" fmla="*/ 635184 w 746874"/>
                <a:gd name="connsiteY15" fmla="*/ 76562 h 456381"/>
                <a:gd name="connsiteX16" fmla="*/ 669598 w 746874"/>
                <a:gd name="connsiteY16" fmla="*/ 65856 h 456381"/>
                <a:gd name="connsiteX17" fmla="*/ 670617 w 746874"/>
                <a:gd name="connsiteY17" fmla="*/ 65856 h 456381"/>
                <a:gd name="connsiteX18" fmla="*/ 613943 w 746874"/>
                <a:gd name="connsiteY18" fmla="*/ 0 h 456381"/>
                <a:gd name="connsiteX19" fmla="*/ 620194 w 746874"/>
                <a:gd name="connsiteY19" fmla="*/ 14637 h 456381"/>
                <a:gd name="connsiteX20" fmla="*/ 630869 w 746874"/>
                <a:gd name="connsiteY20" fmla="*/ 34833 h 456381"/>
                <a:gd name="connsiteX21" fmla="*/ 616582 w 746874"/>
                <a:gd name="connsiteY21" fmla="*/ 65694 h 456381"/>
                <a:gd name="connsiteX22" fmla="*/ 610429 w 746874"/>
                <a:gd name="connsiteY22" fmla="*/ 64875 h 456381"/>
                <a:gd name="connsiteX23" fmla="*/ 596998 w 746874"/>
                <a:gd name="connsiteY23" fmla="*/ 35547 h 456381"/>
                <a:gd name="connsiteX24" fmla="*/ 613943 w 746874"/>
                <a:gd name="connsiteY24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03895 w 746874"/>
                <a:gd name="connsiteY2" fmla="*/ 182461 h 456381"/>
                <a:gd name="connsiteX3" fmla="*/ 7725 w 746874"/>
                <a:gd name="connsiteY3" fmla="*/ 450799 h 456381"/>
                <a:gd name="connsiteX4" fmla="*/ 0 w 746874"/>
                <a:gd name="connsiteY4" fmla="*/ 456381 h 456381"/>
                <a:gd name="connsiteX5" fmla="*/ 33204 w 746874"/>
                <a:gd name="connsiteY5" fmla="*/ 456381 h 456381"/>
                <a:gd name="connsiteX6" fmla="*/ 625031 w 746874"/>
                <a:gd name="connsiteY6" fmla="*/ 197101 h 456381"/>
                <a:gd name="connsiteX7" fmla="*/ 644081 w 746874"/>
                <a:gd name="connsiteY7" fmla="*/ 193100 h 456381"/>
                <a:gd name="connsiteX8" fmla="*/ 746874 w 746874"/>
                <a:gd name="connsiteY8" fmla="*/ 175003 h 456381"/>
                <a:gd name="connsiteX9" fmla="*/ 746874 w 746874"/>
                <a:gd name="connsiteY9" fmla="*/ 155762 h 456381"/>
                <a:gd name="connsiteX10" fmla="*/ 640137 w 746874"/>
                <a:gd name="connsiteY10" fmla="*/ 174441 h 456381"/>
                <a:gd name="connsiteX11" fmla="*/ 670617 w 746874"/>
                <a:gd name="connsiteY11" fmla="*/ 65856 h 456381"/>
                <a:gd name="connsiteX12" fmla="*/ 626812 w 746874"/>
                <a:gd name="connsiteY12" fmla="*/ 112862 h 456381"/>
                <a:gd name="connsiteX13" fmla="*/ 627250 w 746874"/>
                <a:gd name="connsiteY13" fmla="*/ 88411 h 456381"/>
                <a:gd name="connsiteX14" fmla="*/ 635184 w 746874"/>
                <a:gd name="connsiteY14" fmla="*/ 76562 h 456381"/>
                <a:gd name="connsiteX15" fmla="*/ 669598 w 746874"/>
                <a:gd name="connsiteY15" fmla="*/ 65856 h 456381"/>
                <a:gd name="connsiteX16" fmla="*/ 670617 w 746874"/>
                <a:gd name="connsiteY16" fmla="*/ 65856 h 456381"/>
                <a:gd name="connsiteX17" fmla="*/ 613943 w 746874"/>
                <a:gd name="connsiteY17" fmla="*/ 0 h 456381"/>
                <a:gd name="connsiteX18" fmla="*/ 620194 w 746874"/>
                <a:gd name="connsiteY18" fmla="*/ 14637 h 456381"/>
                <a:gd name="connsiteX19" fmla="*/ 630869 w 746874"/>
                <a:gd name="connsiteY19" fmla="*/ 34833 h 456381"/>
                <a:gd name="connsiteX20" fmla="*/ 616582 w 746874"/>
                <a:gd name="connsiteY20" fmla="*/ 65694 h 456381"/>
                <a:gd name="connsiteX21" fmla="*/ 610429 w 746874"/>
                <a:gd name="connsiteY21" fmla="*/ 64875 h 456381"/>
                <a:gd name="connsiteX22" fmla="*/ 596998 w 746874"/>
                <a:gd name="connsiteY22" fmla="*/ 35547 h 456381"/>
                <a:gd name="connsiteX23" fmla="*/ 613943 w 746874"/>
                <a:gd name="connsiteY23" fmla="*/ 0 h 456381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27250 w 746874"/>
                <a:gd name="connsiteY13" fmla="*/ 73774 h 441744"/>
                <a:gd name="connsiteX14" fmla="*/ 635184 w 746874"/>
                <a:gd name="connsiteY14" fmla="*/ 61925 h 441744"/>
                <a:gd name="connsiteX15" fmla="*/ 669598 w 746874"/>
                <a:gd name="connsiteY15" fmla="*/ 51219 h 441744"/>
                <a:gd name="connsiteX16" fmla="*/ 670617 w 746874"/>
                <a:gd name="connsiteY16" fmla="*/ 51219 h 441744"/>
                <a:gd name="connsiteX17" fmla="*/ 596998 w 746874"/>
                <a:gd name="connsiteY17" fmla="*/ 20910 h 441744"/>
                <a:gd name="connsiteX18" fmla="*/ 620194 w 746874"/>
                <a:gd name="connsiteY18" fmla="*/ 0 h 441744"/>
                <a:gd name="connsiteX19" fmla="*/ 630869 w 746874"/>
                <a:gd name="connsiteY19" fmla="*/ 20196 h 441744"/>
                <a:gd name="connsiteX20" fmla="*/ 616582 w 746874"/>
                <a:gd name="connsiteY20" fmla="*/ 51057 h 441744"/>
                <a:gd name="connsiteX21" fmla="*/ 610429 w 746874"/>
                <a:gd name="connsiteY21" fmla="*/ 50238 h 441744"/>
                <a:gd name="connsiteX22" fmla="*/ 596998 w 746874"/>
                <a:gd name="connsiteY22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27250 w 746874"/>
                <a:gd name="connsiteY13" fmla="*/ 73774 h 441744"/>
                <a:gd name="connsiteX14" fmla="*/ 669598 w 746874"/>
                <a:gd name="connsiteY14" fmla="*/ 51219 h 441744"/>
                <a:gd name="connsiteX15" fmla="*/ 670617 w 746874"/>
                <a:gd name="connsiteY15" fmla="*/ 51219 h 441744"/>
                <a:gd name="connsiteX16" fmla="*/ 596998 w 746874"/>
                <a:gd name="connsiteY16" fmla="*/ 20910 h 441744"/>
                <a:gd name="connsiteX17" fmla="*/ 620194 w 746874"/>
                <a:gd name="connsiteY17" fmla="*/ 0 h 441744"/>
                <a:gd name="connsiteX18" fmla="*/ 630869 w 746874"/>
                <a:gd name="connsiteY18" fmla="*/ 20196 h 441744"/>
                <a:gd name="connsiteX19" fmla="*/ 616582 w 746874"/>
                <a:gd name="connsiteY19" fmla="*/ 51057 h 441744"/>
                <a:gd name="connsiteX20" fmla="*/ 610429 w 746874"/>
                <a:gd name="connsiteY20" fmla="*/ 50238 h 441744"/>
                <a:gd name="connsiteX21" fmla="*/ 596998 w 746874"/>
                <a:gd name="connsiteY21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69598 w 746874"/>
                <a:gd name="connsiteY13" fmla="*/ 51219 h 441744"/>
                <a:gd name="connsiteX14" fmla="*/ 670617 w 746874"/>
                <a:gd name="connsiteY14" fmla="*/ 51219 h 441744"/>
                <a:gd name="connsiteX15" fmla="*/ 596998 w 746874"/>
                <a:gd name="connsiteY15" fmla="*/ 20910 h 441744"/>
                <a:gd name="connsiteX16" fmla="*/ 620194 w 746874"/>
                <a:gd name="connsiteY16" fmla="*/ 0 h 441744"/>
                <a:gd name="connsiteX17" fmla="*/ 630869 w 746874"/>
                <a:gd name="connsiteY17" fmla="*/ 20196 h 441744"/>
                <a:gd name="connsiteX18" fmla="*/ 616582 w 746874"/>
                <a:gd name="connsiteY18" fmla="*/ 51057 h 441744"/>
                <a:gd name="connsiteX19" fmla="*/ 610429 w 746874"/>
                <a:gd name="connsiteY19" fmla="*/ 50238 h 441744"/>
                <a:gd name="connsiteX20" fmla="*/ 596998 w 746874"/>
                <a:gd name="connsiteY20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69598 w 746874"/>
                <a:gd name="connsiteY11" fmla="*/ 51219 h 441744"/>
                <a:gd name="connsiteX12" fmla="*/ 626812 w 746874"/>
                <a:gd name="connsiteY12" fmla="*/ 98225 h 441744"/>
                <a:gd name="connsiteX13" fmla="*/ 669598 w 746874"/>
                <a:gd name="connsiteY13" fmla="*/ 51219 h 441744"/>
                <a:gd name="connsiteX14" fmla="*/ 596998 w 746874"/>
                <a:gd name="connsiteY14" fmla="*/ 20910 h 441744"/>
                <a:gd name="connsiteX15" fmla="*/ 620194 w 746874"/>
                <a:gd name="connsiteY15" fmla="*/ 0 h 441744"/>
                <a:gd name="connsiteX16" fmla="*/ 630869 w 746874"/>
                <a:gd name="connsiteY16" fmla="*/ 20196 h 441744"/>
                <a:gd name="connsiteX17" fmla="*/ 616582 w 746874"/>
                <a:gd name="connsiteY17" fmla="*/ 51057 h 441744"/>
                <a:gd name="connsiteX18" fmla="*/ 610429 w 746874"/>
                <a:gd name="connsiteY18" fmla="*/ 50238 h 441744"/>
                <a:gd name="connsiteX19" fmla="*/ 596998 w 746874"/>
                <a:gd name="connsiteY19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596998 w 746874"/>
                <a:gd name="connsiteY11" fmla="*/ 20910 h 441744"/>
                <a:gd name="connsiteX12" fmla="*/ 620194 w 746874"/>
                <a:gd name="connsiteY12" fmla="*/ 0 h 441744"/>
                <a:gd name="connsiteX13" fmla="*/ 630869 w 746874"/>
                <a:gd name="connsiteY13" fmla="*/ 20196 h 441744"/>
                <a:gd name="connsiteX14" fmla="*/ 616582 w 746874"/>
                <a:gd name="connsiteY14" fmla="*/ 51057 h 441744"/>
                <a:gd name="connsiteX15" fmla="*/ 610429 w 746874"/>
                <a:gd name="connsiteY15" fmla="*/ 50238 h 441744"/>
                <a:gd name="connsiteX16" fmla="*/ 596998 w 746874"/>
                <a:gd name="connsiteY16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596998 w 746874"/>
                <a:gd name="connsiteY11" fmla="*/ 20910 h 441744"/>
                <a:gd name="connsiteX12" fmla="*/ 620194 w 746874"/>
                <a:gd name="connsiteY12" fmla="*/ 0 h 441744"/>
                <a:gd name="connsiteX13" fmla="*/ 616582 w 746874"/>
                <a:gd name="connsiteY13" fmla="*/ 51057 h 441744"/>
                <a:gd name="connsiteX14" fmla="*/ 610429 w 746874"/>
                <a:gd name="connsiteY14" fmla="*/ 50238 h 441744"/>
                <a:gd name="connsiteX15" fmla="*/ 596998 w 746874"/>
                <a:gd name="connsiteY15" fmla="*/ 20910 h 441744"/>
                <a:gd name="connsiteX0" fmla="*/ 640137 w 746874"/>
                <a:gd name="connsiteY0" fmla="*/ 138894 h 420834"/>
                <a:gd name="connsiteX1" fmla="*/ 622992 w 746874"/>
                <a:gd name="connsiteY1" fmla="*/ 142494 h 420834"/>
                <a:gd name="connsiteX2" fmla="*/ 603895 w 746874"/>
                <a:gd name="connsiteY2" fmla="*/ 146914 h 420834"/>
                <a:gd name="connsiteX3" fmla="*/ 7725 w 746874"/>
                <a:gd name="connsiteY3" fmla="*/ 415252 h 420834"/>
                <a:gd name="connsiteX4" fmla="*/ 0 w 746874"/>
                <a:gd name="connsiteY4" fmla="*/ 420834 h 420834"/>
                <a:gd name="connsiteX5" fmla="*/ 33204 w 746874"/>
                <a:gd name="connsiteY5" fmla="*/ 420834 h 420834"/>
                <a:gd name="connsiteX6" fmla="*/ 625031 w 746874"/>
                <a:gd name="connsiteY6" fmla="*/ 161554 h 420834"/>
                <a:gd name="connsiteX7" fmla="*/ 644081 w 746874"/>
                <a:gd name="connsiteY7" fmla="*/ 157553 h 420834"/>
                <a:gd name="connsiteX8" fmla="*/ 746874 w 746874"/>
                <a:gd name="connsiteY8" fmla="*/ 139456 h 420834"/>
                <a:gd name="connsiteX9" fmla="*/ 746874 w 746874"/>
                <a:gd name="connsiteY9" fmla="*/ 120215 h 420834"/>
                <a:gd name="connsiteX10" fmla="*/ 640137 w 746874"/>
                <a:gd name="connsiteY10" fmla="*/ 138894 h 420834"/>
                <a:gd name="connsiteX11" fmla="*/ 596998 w 746874"/>
                <a:gd name="connsiteY11" fmla="*/ 0 h 420834"/>
                <a:gd name="connsiteX12" fmla="*/ 616582 w 746874"/>
                <a:gd name="connsiteY12" fmla="*/ 30147 h 420834"/>
                <a:gd name="connsiteX13" fmla="*/ 610429 w 746874"/>
                <a:gd name="connsiteY13" fmla="*/ 29328 h 420834"/>
                <a:gd name="connsiteX14" fmla="*/ 596998 w 746874"/>
                <a:gd name="connsiteY14" fmla="*/ 0 h 420834"/>
                <a:gd name="connsiteX0" fmla="*/ 640137 w 746874"/>
                <a:gd name="connsiteY0" fmla="*/ 109566 h 391506"/>
                <a:gd name="connsiteX1" fmla="*/ 622992 w 746874"/>
                <a:gd name="connsiteY1" fmla="*/ 113166 h 391506"/>
                <a:gd name="connsiteX2" fmla="*/ 603895 w 746874"/>
                <a:gd name="connsiteY2" fmla="*/ 117586 h 391506"/>
                <a:gd name="connsiteX3" fmla="*/ 7725 w 746874"/>
                <a:gd name="connsiteY3" fmla="*/ 385924 h 391506"/>
                <a:gd name="connsiteX4" fmla="*/ 0 w 746874"/>
                <a:gd name="connsiteY4" fmla="*/ 391506 h 391506"/>
                <a:gd name="connsiteX5" fmla="*/ 33204 w 746874"/>
                <a:gd name="connsiteY5" fmla="*/ 391506 h 391506"/>
                <a:gd name="connsiteX6" fmla="*/ 625031 w 746874"/>
                <a:gd name="connsiteY6" fmla="*/ 132226 h 391506"/>
                <a:gd name="connsiteX7" fmla="*/ 644081 w 746874"/>
                <a:gd name="connsiteY7" fmla="*/ 128225 h 391506"/>
                <a:gd name="connsiteX8" fmla="*/ 746874 w 746874"/>
                <a:gd name="connsiteY8" fmla="*/ 110128 h 391506"/>
                <a:gd name="connsiteX9" fmla="*/ 746874 w 746874"/>
                <a:gd name="connsiteY9" fmla="*/ 90887 h 391506"/>
                <a:gd name="connsiteX10" fmla="*/ 640137 w 746874"/>
                <a:gd name="connsiteY10" fmla="*/ 109566 h 391506"/>
                <a:gd name="connsiteX11" fmla="*/ 610429 w 746874"/>
                <a:gd name="connsiteY11" fmla="*/ 0 h 391506"/>
                <a:gd name="connsiteX12" fmla="*/ 616582 w 746874"/>
                <a:gd name="connsiteY12" fmla="*/ 819 h 391506"/>
                <a:gd name="connsiteX13" fmla="*/ 610429 w 746874"/>
                <a:gd name="connsiteY13" fmla="*/ 0 h 391506"/>
                <a:gd name="connsiteX0" fmla="*/ 640137 w 746874"/>
                <a:gd name="connsiteY0" fmla="*/ 18679 h 300619"/>
                <a:gd name="connsiteX1" fmla="*/ 622992 w 746874"/>
                <a:gd name="connsiteY1" fmla="*/ 22279 h 300619"/>
                <a:gd name="connsiteX2" fmla="*/ 603895 w 746874"/>
                <a:gd name="connsiteY2" fmla="*/ 26699 h 300619"/>
                <a:gd name="connsiteX3" fmla="*/ 7725 w 746874"/>
                <a:gd name="connsiteY3" fmla="*/ 295037 h 300619"/>
                <a:gd name="connsiteX4" fmla="*/ 0 w 746874"/>
                <a:gd name="connsiteY4" fmla="*/ 300619 h 300619"/>
                <a:gd name="connsiteX5" fmla="*/ 33204 w 746874"/>
                <a:gd name="connsiteY5" fmla="*/ 300619 h 300619"/>
                <a:gd name="connsiteX6" fmla="*/ 625031 w 746874"/>
                <a:gd name="connsiteY6" fmla="*/ 41339 h 300619"/>
                <a:gd name="connsiteX7" fmla="*/ 644081 w 746874"/>
                <a:gd name="connsiteY7" fmla="*/ 37338 h 300619"/>
                <a:gd name="connsiteX8" fmla="*/ 746874 w 746874"/>
                <a:gd name="connsiteY8" fmla="*/ 19241 h 300619"/>
                <a:gd name="connsiteX9" fmla="*/ 746874 w 746874"/>
                <a:gd name="connsiteY9" fmla="*/ 0 h 300619"/>
                <a:gd name="connsiteX10" fmla="*/ 640137 w 746874"/>
                <a:gd name="connsiteY10" fmla="*/ 18679 h 30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6874" h="300619">
                  <a:moveTo>
                    <a:pt x="640137" y="18679"/>
                  </a:moveTo>
                  <a:lnTo>
                    <a:pt x="622992" y="22279"/>
                  </a:lnTo>
                  <a:lnTo>
                    <a:pt x="603895" y="26699"/>
                  </a:lnTo>
                  <a:cubicBezTo>
                    <a:pt x="389453" y="76055"/>
                    <a:pt x="186860" y="167242"/>
                    <a:pt x="7725" y="295037"/>
                  </a:cubicBezTo>
                  <a:lnTo>
                    <a:pt x="0" y="300619"/>
                  </a:lnTo>
                  <a:lnTo>
                    <a:pt x="33204" y="300619"/>
                  </a:lnTo>
                  <a:cubicBezTo>
                    <a:pt x="211507" y="176110"/>
                    <a:pt x="412623" y="88002"/>
                    <a:pt x="625031" y="41339"/>
                  </a:cubicBezTo>
                  <a:lnTo>
                    <a:pt x="644081" y="37338"/>
                  </a:lnTo>
                  <a:cubicBezTo>
                    <a:pt x="679323" y="30004"/>
                    <a:pt x="713765" y="24003"/>
                    <a:pt x="746874" y="19241"/>
                  </a:cubicBezTo>
                  <a:lnTo>
                    <a:pt x="746874" y="0"/>
                  </a:lnTo>
                  <a:cubicBezTo>
                    <a:pt x="712527" y="4849"/>
                    <a:pt x="676770" y="11059"/>
                    <a:pt x="640137" y="1867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3E2BA61-8712-0C75-9D3B-D146687BB1BF}"/>
                </a:ext>
              </a:extLst>
            </p:cNvPr>
            <p:cNvSpPr/>
            <p:nvPr/>
          </p:nvSpPr>
          <p:spPr>
            <a:xfrm rot="20949305" flipH="1">
              <a:off x="2287094" y="5106076"/>
              <a:ext cx="1286431" cy="357140"/>
            </a:xfrm>
            <a:custGeom>
              <a:avLst/>
              <a:gdLst>
                <a:gd name="connsiteX0" fmla="*/ 640137 w 746874"/>
                <a:gd name="connsiteY0" fmla="*/ 201092 h 483031"/>
                <a:gd name="connsiteX1" fmla="*/ 622992 w 746874"/>
                <a:gd name="connsiteY1" fmla="*/ 204692 h 483031"/>
                <a:gd name="connsiteX2" fmla="*/ 622992 w 746874"/>
                <a:gd name="connsiteY2" fmla="*/ 158934 h 483031"/>
                <a:gd name="connsiteX3" fmla="*/ 671751 w 746874"/>
                <a:gd name="connsiteY3" fmla="*/ 141246 h 483031"/>
                <a:gd name="connsiteX4" fmla="*/ 689343 w 746874"/>
                <a:gd name="connsiteY4" fmla="*/ 82563 h 483031"/>
                <a:gd name="connsiteX5" fmla="*/ 688553 w 746874"/>
                <a:gd name="connsiteY5" fmla="*/ 75200 h 483031"/>
                <a:gd name="connsiteX6" fmla="*/ 681228 w 746874"/>
                <a:gd name="connsiteY6" fmla="*/ 74143 h 483031"/>
                <a:gd name="connsiteX7" fmla="*/ 647262 w 746874"/>
                <a:gd name="connsiteY7" fmla="*/ 76200 h 483031"/>
                <a:gd name="connsiteX8" fmla="*/ 649843 w 746874"/>
                <a:gd name="connsiteY8" fmla="*/ 62208 h 483031"/>
                <a:gd name="connsiteX9" fmla="*/ 620316 w 746874"/>
                <a:gd name="connsiteY9" fmla="*/ 5829 h 483031"/>
                <a:gd name="connsiteX10" fmla="*/ 613905 w 746874"/>
                <a:gd name="connsiteY10" fmla="*/ 0 h 483031"/>
                <a:gd name="connsiteX11" fmla="*/ 607495 w 746874"/>
                <a:gd name="connsiteY11" fmla="*/ 5829 h 483031"/>
                <a:gd name="connsiteX12" fmla="*/ 577968 w 746874"/>
                <a:gd name="connsiteY12" fmla="*/ 62894 h 483031"/>
                <a:gd name="connsiteX13" fmla="*/ 580225 w 746874"/>
                <a:gd name="connsiteY13" fmla="*/ 76086 h 483031"/>
                <a:gd name="connsiteX14" fmla="*/ 545840 w 746874"/>
                <a:gd name="connsiteY14" fmla="*/ 74028 h 483031"/>
                <a:gd name="connsiteX15" fmla="*/ 538525 w 746874"/>
                <a:gd name="connsiteY15" fmla="*/ 75095 h 483031"/>
                <a:gd name="connsiteX16" fmla="*/ 537743 w 746874"/>
                <a:gd name="connsiteY16" fmla="*/ 82439 h 483031"/>
                <a:gd name="connsiteX17" fmla="*/ 555317 w 746874"/>
                <a:gd name="connsiteY17" fmla="*/ 141122 h 483031"/>
                <a:gd name="connsiteX18" fmla="*/ 603895 w 746874"/>
                <a:gd name="connsiteY18" fmla="*/ 158744 h 483031"/>
                <a:gd name="connsiteX19" fmla="*/ 603895 w 746874"/>
                <a:gd name="connsiteY19" fmla="*/ 209112 h 483031"/>
                <a:gd name="connsiteX20" fmla="*/ 7725 w 746874"/>
                <a:gd name="connsiteY20" fmla="*/ 477450 h 483031"/>
                <a:gd name="connsiteX21" fmla="*/ 0 w 746874"/>
                <a:gd name="connsiteY21" fmla="*/ 483032 h 483031"/>
                <a:gd name="connsiteX22" fmla="*/ 33204 w 746874"/>
                <a:gd name="connsiteY22" fmla="*/ 483032 h 483031"/>
                <a:gd name="connsiteX23" fmla="*/ 625031 w 746874"/>
                <a:gd name="connsiteY23" fmla="*/ 223752 h 483031"/>
                <a:gd name="connsiteX24" fmla="*/ 644081 w 746874"/>
                <a:gd name="connsiteY24" fmla="*/ 219751 h 483031"/>
                <a:gd name="connsiteX25" fmla="*/ 746874 w 746874"/>
                <a:gd name="connsiteY25" fmla="*/ 201654 h 483031"/>
                <a:gd name="connsiteX26" fmla="*/ 746874 w 746874"/>
                <a:gd name="connsiteY26" fmla="*/ 182413 h 483031"/>
                <a:gd name="connsiteX27" fmla="*/ 640137 w 746874"/>
                <a:gd name="connsiteY27" fmla="*/ 201092 h 483031"/>
                <a:gd name="connsiteX28" fmla="*/ 670617 w 746874"/>
                <a:gd name="connsiteY28" fmla="*/ 92507 h 483031"/>
                <a:gd name="connsiteX29" fmla="*/ 658578 w 746874"/>
                <a:gd name="connsiteY29" fmla="*/ 127511 h 483031"/>
                <a:gd name="connsiteX30" fmla="*/ 626812 w 746874"/>
                <a:gd name="connsiteY30" fmla="*/ 139513 h 483031"/>
                <a:gd name="connsiteX31" fmla="*/ 627250 w 746874"/>
                <a:gd name="connsiteY31" fmla="*/ 115062 h 483031"/>
                <a:gd name="connsiteX32" fmla="*/ 635184 w 746874"/>
                <a:gd name="connsiteY32" fmla="*/ 103213 h 483031"/>
                <a:gd name="connsiteX33" fmla="*/ 669598 w 746874"/>
                <a:gd name="connsiteY33" fmla="*/ 92507 h 483031"/>
                <a:gd name="connsiteX34" fmla="*/ 613943 w 746874"/>
                <a:gd name="connsiteY34" fmla="*/ 26651 h 483031"/>
                <a:gd name="connsiteX35" fmla="*/ 630869 w 746874"/>
                <a:gd name="connsiteY35" fmla="*/ 61484 h 483031"/>
                <a:gd name="connsiteX36" fmla="*/ 616582 w 746874"/>
                <a:gd name="connsiteY36" fmla="*/ 92345 h 483031"/>
                <a:gd name="connsiteX37" fmla="*/ 610429 w 746874"/>
                <a:gd name="connsiteY37" fmla="*/ 91526 h 483031"/>
                <a:gd name="connsiteX38" fmla="*/ 596998 w 746874"/>
                <a:gd name="connsiteY38" fmla="*/ 62198 h 483031"/>
                <a:gd name="connsiteX39" fmla="*/ 613943 w 746874"/>
                <a:gd name="connsiteY39" fmla="*/ 26651 h 483031"/>
                <a:gd name="connsiteX40" fmla="*/ 601028 w 746874"/>
                <a:gd name="connsiteY40" fmla="*/ 139417 h 483031"/>
                <a:gd name="connsiteX41" fmla="*/ 568566 w 746874"/>
                <a:gd name="connsiteY41" fmla="*/ 127387 h 483031"/>
                <a:gd name="connsiteX42" fmla="*/ 556536 w 746874"/>
                <a:gd name="connsiteY42" fmla="*/ 92393 h 483031"/>
                <a:gd name="connsiteX43" fmla="*/ 591845 w 746874"/>
                <a:gd name="connsiteY43" fmla="*/ 102870 h 483031"/>
                <a:gd name="connsiteX44" fmla="*/ 600189 w 746874"/>
                <a:gd name="connsiteY44" fmla="*/ 115557 h 483031"/>
                <a:gd name="connsiteX45" fmla="*/ 601028 w 746874"/>
                <a:gd name="connsiteY45" fmla="*/ 139417 h 483031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77968 w 746874"/>
                <a:gd name="connsiteY11" fmla="*/ 62894 h 483032"/>
                <a:gd name="connsiteX12" fmla="*/ 580225 w 746874"/>
                <a:gd name="connsiteY12" fmla="*/ 76086 h 483032"/>
                <a:gd name="connsiteX13" fmla="*/ 545840 w 746874"/>
                <a:gd name="connsiteY13" fmla="*/ 74028 h 483032"/>
                <a:gd name="connsiteX14" fmla="*/ 538525 w 746874"/>
                <a:gd name="connsiteY14" fmla="*/ 75095 h 483032"/>
                <a:gd name="connsiteX15" fmla="*/ 537743 w 746874"/>
                <a:gd name="connsiteY15" fmla="*/ 82439 h 483032"/>
                <a:gd name="connsiteX16" fmla="*/ 555317 w 746874"/>
                <a:gd name="connsiteY16" fmla="*/ 141122 h 483032"/>
                <a:gd name="connsiteX17" fmla="*/ 603895 w 746874"/>
                <a:gd name="connsiteY17" fmla="*/ 158744 h 483032"/>
                <a:gd name="connsiteX18" fmla="*/ 603895 w 746874"/>
                <a:gd name="connsiteY18" fmla="*/ 209112 h 483032"/>
                <a:gd name="connsiteX19" fmla="*/ 7725 w 746874"/>
                <a:gd name="connsiteY19" fmla="*/ 477450 h 483032"/>
                <a:gd name="connsiteX20" fmla="*/ 0 w 746874"/>
                <a:gd name="connsiteY20" fmla="*/ 483032 h 483032"/>
                <a:gd name="connsiteX21" fmla="*/ 33204 w 746874"/>
                <a:gd name="connsiteY21" fmla="*/ 483032 h 483032"/>
                <a:gd name="connsiteX22" fmla="*/ 625031 w 746874"/>
                <a:gd name="connsiteY22" fmla="*/ 223752 h 483032"/>
                <a:gd name="connsiteX23" fmla="*/ 644081 w 746874"/>
                <a:gd name="connsiteY23" fmla="*/ 219751 h 483032"/>
                <a:gd name="connsiteX24" fmla="*/ 746874 w 746874"/>
                <a:gd name="connsiteY24" fmla="*/ 201654 h 483032"/>
                <a:gd name="connsiteX25" fmla="*/ 746874 w 746874"/>
                <a:gd name="connsiteY25" fmla="*/ 182413 h 483032"/>
                <a:gd name="connsiteX26" fmla="*/ 640137 w 746874"/>
                <a:gd name="connsiteY26" fmla="*/ 201092 h 483032"/>
                <a:gd name="connsiteX27" fmla="*/ 670617 w 746874"/>
                <a:gd name="connsiteY27" fmla="*/ 92507 h 483032"/>
                <a:gd name="connsiteX28" fmla="*/ 658578 w 746874"/>
                <a:gd name="connsiteY28" fmla="*/ 127511 h 483032"/>
                <a:gd name="connsiteX29" fmla="*/ 626812 w 746874"/>
                <a:gd name="connsiteY29" fmla="*/ 139513 h 483032"/>
                <a:gd name="connsiteX30" fmla="*/ 627250 w 746874"/>
                <a:gd name="connsiteY30" fmla="*/ 115062 h 483032"/>
                <a:gd name="connsiteX31" fmla="*/ 635184 w 746874"/>
                <a:gd name="connsiteY31" fmla="*/ 103213 h 483032"/>
                <a:gd name="connsiteX32" fmla="*/ 669598 w 746874"/>
                <a:gd name="connsiteY32" fmla="*/ 92507 h 483032"/>
                <a:gd name="connsiteX33" fmla="*/ 670617 w 746874"/>
                <a:gd name="connsiteY33" fmla="*/ 92507 h 483032"/>
                <a:gd name="connsiteX34" fmla="*/ 613943 w 746874"/>
                <a:gd name="connsiteY34" fmla="*/ 26651 h 483032"/>
                <a:gd name="connsiteX35" fmla="*/ 630869 w 746874"/>
                <a:gd name="connsiteY35" fmla="*/ 61484 h 483032"/>
                <a:gd name="connsiteX36" fmla="*/ 616582 w 746874"/>
                <a:gd name="connsiteY36" fmla="*/ 92345 h 483032"/>
                <a:gd name="connsiteX37" fmla="*/ 610429 w 746874"/>
                <a:gd name="connsiteY37" fmla="*/ 91526 h 483032"/>
                <a:gd name="connsiteX38" fmla="*/ 596998 w 746874"/>
                <a:gd name="connsiteY38" fmla="*/ 62198 h 483032"/>
                <a:gd name="connsiteX39" fmla="*/ 613943 w 746874"/>
                <a:gd name="connsiteY39" fmla="*/ 26651 h 483032"/>
                <a:gd name="connsiteX40" fmla="*/ 601028 w 746874"/>
                <a:gd name="connsiteY40" fmla="*/ 139417 h 483032"/>
                <a:gd name="connsiteX41" fmla="*/ 568566 w 746874"/>
                <a:gd name="connsiteY41" fmla="*/ 127387 h 483032"/>
                <a:gd name="connsiteX42" fmla="*/ 556536 w 746874"/>
                <a:gd name="connsiteY42" fmla="*/ 92393 h 483032"/>
                <a:gd name="connsiteX43" fmla="*/ 591845 w 746874"/>
                <a:gd name="connsiteY43" fmla="*/ 102870 h 483032"/>
                <a:gd name="connsiteX44" fmla="*/ 600189 w 746874"/>
                <a:gd name="connsiteY44" fmla="*/ 115557 h 483032"/>
                <a:gd name="connsiteX45" fmla="*/ 601028 w 746874"/>
                <a:gd name="connsiteY45" fmla="*/ 139417 h 483032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77968 w 746874"/>
                <a:gd name="connsiteY11" fmla="*/ 62894 h 483032"/>
                <a:gd name="connsiteX12" fmla="*/ 545840 w 746874"/>
                <a:gd name="connsiteY12" fmla="*/ 74028 h 483032"/>
                <a:gd name="connsiteX13" fmla="*/ 538525 w 746874"/>
                <a:gd name="connsiteY13" fmla="*/ 75095 h 483032"/>
                <a:gd name="connsiteX14" fmla="*/ 537743 w 746874"/>
                <a:gd name="connsiteY14" fmla="*/ 82439 h 483032"/>
                <a:gd name="connsiteX15" fmla="*/ 555317 w 746874"/>
                <a:gd name="connsiteY15" fmla="*/ 141122 h 483032"/>
                <a:gd name="connsiteX16" fmla="*/ 603895 w 746874"/>
                <a:gd name="connsiteY16" fmla="*/ 158744 h 483032"/>
                <a:gd name="connsiteX17" fmla="*/ 603895 w 746874"/>
                <a:gd name="connsiteY17" fmla="*/ 209112 h 483032"/>
                <a:gd name="connsiteX18" fmla="*/ 7725 w 746874"/>
                <a:gd name="connsiteY18" fmla="*/ 477450 h 483032"/>
                <a:gd name="connsiteX19" fmla="*/ 0 w 746874"/>
                <a:gd name="connsiteY19" fmla="*/ 483032 h 483032"/>
                <a:gd name="connsiteX20" fmla="*/ 33204 w 746874"/>
                <a:gd name="connsiteY20" fmla="*/ 483032 h 483032"/>
                <a:gd name="connsiteX21" fmla="*/ 625031 w 746874"/>
                <a:gd name="connsiteY21" fmla="*/ 223752 h 483032"/>
                <a:gd name="connsiteX22" fmla="*/ 644081 w 746874"/>
                <a:gd name="connsiteY22" fmla="*/ 219751 h 483032"/>
                <a:gd name="connsiteX23" fmla="*/ 746874 w 746874"/>
                <a:gd name="connsiteY23" fmla="*/ 201654 h 483032"/>
                <a:gd name="connsiteX24" fmla="*/ 746874 w 746874"/>
                <a:gd name="connsiteY24" fmla="*/ 182413 h 483032"/>
                <a:gd name="connsiteX25" fmla="*/ 640137 w 746874"/>
                <a:gd name="connsiteY25" fmla="*/ 201092 h 483032"/>
                <a:gd name="connsiteX26" fmla="*/ 670617 w 746874"/>
                <a:gd name="connsiteY26" fmla="*/ 92507 h 483032"/>
                <a:gd name="connsiteX27" fmla="*/ 658578 w 746874"/>
                <a:gd name="connsiteY27" fmla="*/ 127511 h 483032"/>
                <a:gd name="connsiteX28" fmla="*/ 626812 w 746874"/>
                <a:gd name="connsiteY28" fmla="*/ 139513 h 483032"/>
                <a:gd name="connsiteX29" fmla="*/ 627250 w 746874"/>
                <a:gd name="connsiteY29" fmla="*/ 115062 h 483032"/>
                <a:gd name="connsiteX30" fmla="*/ 635184 w 746874"/>
                <a:gd name="connsiteY30" fmla="*/ 103213 h 483032"/>
                <a:gd name="connsiteX31" fmla="*/ 669598 w 746874"/>
                <a:gd name="connsiteY31" fmla="*/ 92507 h 483032"/>
                <a:gd name="connsiteX32" fmla="*/ 670617 w 746874"/>
                <a:gd name="connsiteY32" fmla="*/ 92507 h 483032"/>
                <a:gd name="connsiteX33" fmla="*/ 613943 w 746874"/>
                <a:gd name="connsiteY33" fmla="*/ 26651 h 483032"/>
                <a:gd name="connsiteX34" fmla="*/ 630869 w 746874"/>
                <a:gd name="connsiteY34" fmla="*/ 61484 h 483032"/>
                <a:gd name="connsiteX35" fmla="*/ 616582 w 746874"/>
                <a:gd name="connsiteY35" fmla="*/ 92345 h 483032"/>
                <a:gd name="connsiteX36" fmla="*/ 610429 w 746874"/>
                <a:gd name="connsiteY36" fmla="*/ 91526 h 483032"/>
                <a:gd name="connsiteX37" fmla="*/ 596998 w 746874"/>
                <a:gd name="connsiteY37" fmla="*/ 62198 h 483032"/>
                <a:gd name="connsiteX38" fmla="*/ 613943 w 746874"/>
                <a:gd name="connsiteY38" fmla="*/ 26651 h 483032"/>
                <a:gd name="connsiteX39" fmla="*/ 601028 w 746874"/>
                <a:gd name="connsiteY39" fmla="*/ 139417 h 483032"/>
                <a:gd name="connsiteX40" fmla="*/ 568566 w 746874"/>
                <a:gd name="connsiteY40" fmla="*/ 127387 h 483032"/>
                <a:gd name="connsiteX41" fmla="*/ 556536 w 746874"/>
                <a:gd name="connsiteY41" fmla="*/ 92393 h 483032"/>
                <a:gd name="connsiteX42" fmla="*/ 591845 w 746874"/>
                <a:gd name="connsiteY42" fmla="*/ 102870 h 483032"/>
                <a:gd name="connsiteX43" fmla="*/ 600189 w 746874"/>
                <a:gd name="connsiteY43" fmla="*/ 115557 h 483032"/>
                <a:gd name="connsiteX44" fmla="*/ 601028 w 746874"/>
                <a:gd name="connsiteY44" fmla="*/ 139417 h 483032"/>
                <a:gd name="connsiteX0" fmla="*/ 640137 w 746874"/>
                <a:gd name="connsiteY0" fmla="*/ 201092 h 483032"/>
                <a:gd name="connsiteX1" fmla="*/ 622992 w 746874"/>
                <a:gd name="connsiteY1" fmla="*/ 204692 h 483032"/>
                <a:gd name="connsiteX2" fmla="*/ 622992 w 746874"/>
                <a:gd name="connsiteY2" fmla="*/ 158934 h 483032"/>
                <a:gd name="connsiteX3" fmla="*/ 671751 w 746874"/>
                <a:gd name="connsiteY3" fmla="*/ 141246 h 483032"/>
                <a:gd name="connsiteX4" fmla="*/ 689343 w 746874"/>
                <a:gd name="connsiteY4" fmla="*/ 82563 h 483032"/>
                <a:gd name="connsiteX5" fmla="*/ 688553 w 746874"/>
                <a:gd name="connsiteY5" fmla="*/ 75200 h 483032"/>
                <a:gd name="connsiteX6" fmla="*/ 681228 w 746874"/>
                <a:gd name="connsiteY6" fmla="*/ 74143 h 483032"/>
                <a:gd name="connsiteX7" fmla="*/ 647262 w 746874"/>
                <a:gd name="connsiteY7" fmla="*/ 76200 h 483032"/>
                <a:gd name="connsiteX8" fmla="*/ 649843 w 746874"/>
                <a:gd name="connsiteY8" fmla="*/ 62208 h 483032"/>
                <a:gd name="connsiteX9" fmla="*/ 620316 w 746874"/>
                <a:gd name="connsiteY9" fmla="*/ 5829 h 483032"/>
                <a:gd name="connsiteX10" fmla="*/ 613905 w 746874"/>
                <a:gd name="connsiteY10" fmla="*/ 0 h 483032"/>
                <a:gd name="connsiteX11" fmla="*/ 545840 w 746874"/>
                <a:gd name="connsiteY11" fmla="*/ 74028 h 483032"/>
                <a:gd name="connsiteX12" fmla="*/ 538525 w 746874"/>
                <a:gd name="connsiteY12" fmla="*/ 75095 h 483032"/>
                <a:gd name="connsiteX13" fmla="*/ 537743 w 746874"/>
                <a:gd name="connsiteY13" fmla="*/ 82439 h 483032"/>
                <a:gd name="connsiteX14" fmla="*/ 555317 w 746874"/>
                <a:gd name="connsiteY14" fmla="*/ 141122 h 483032"/>
                <a:gd name="connsiteX15" fmla="*/ 603895 w 746874"/>
                <a:gd name="connsiteY15" fmla="*/ 158744 h 483032"/>
                <a:gd name="connsiteX16" fmla="*/ 603895 w 746874"/>
                <a:gd name="connsiteY16" fmla="*/ 209112 h 483032"/>
                <a:gd name="connsiteX17" fmla="*/ 7725 w 746874"/>
                <a:gd name="connsiteY17" fmla="*/ 477450 h 483032"/>
                <a:gd name="connsiteX18" fmla="*/ 0 w 746874"/>
                <a:gd name="connsiteY18" fmla="*/ 483032 h 483032"/>
                <a:gd name="connsiteX19" fmla="*/ 33204 w 746874"/>
                <a:gd name="connsiteY19" fmla="*/ 483032 h 483032"/>
                <a:gd name="connsiteX20" fmla="*/ 625031 w 746874"/>
                <a:gd name="connsiteY20" fmla="*/ 223752 h 483032"/>
                <a:gd name="connsiteX21" fmla="*/ 644081 w 746874"/>
                <a:gd name="connsiteY21" fmla="*/ 219751 h 483032"/>
                <a:gd name="connsiteX22" fmla="*/ 746874 w 746874"/>
                <a:gd name="connsiteY22" fmla="*/ 201654 h 483032"/>
                <a:gd name="connsiteX23" fmla="*/ 746874 w 746874"/>
                <a:gd name="connsiteY23" fmla="*/ 182413 h 483032"/>
                <a:gd name="connsiteX24" fmla="*/ 640137 w 746874"/>
                <a:gd name="connsiteY24" fmla="*/ 201092 h 483032"/>
                <a:gd name="connsiteX25" fmla="*/ 670617 w 746874"/>
                <a:gd name="connsiteY25" fmla="*/ 92507 h 483032"/>
                <a:gd name="connsiteX26" fmla="*/ 658578 w 746874"/>
                <a:gd name="connsiteY26" fmla="*/ 127511 h 483032"/>
                <a:gd name="connsiteX27" fmla="*/ 626812 w 746874"/>
                <a:gd name="connsiteY27" fmla="*/ 139513 h 483032"/>
                <a:gd name="connsiteX28" fmla="*/ 627250 w 746874"/>
                <a:gd name="connsiteY28" fmla="*/ 115062 h 483032"/>
                <a:gd name="connsiteX29" fmla="*/ 635184 w 746874"/>
                <a:gd name="connsiteY29" fmla="*/ 103213 h 483032"/>
                <a:gd name="connsiteX30" fmla="*/ 669598 w 746874"/>
                <a:gd name="connsiteY30" fmla="*/ 92507 h 483032"/>
                <a:gd name="connsiteX31" fmla="*/ 670617 w 746874"/>
                <a:gd name="connsiteY31" fmla="*/ 92507 h 483032"/>
                <a:gd name="connsiteX32" fmla="*/ 613943 w 746874"/>
                <a:gd name="connsiteY32" fmla="*/ 26651 h 483032"/>
                <a:gd name="connsiteX33" fmla="*/ 630869 w 746874"/>
                <a:gd name="connsiteY33" fmla="*/ 61484 h 483032"/>
                <a:gd name="connsiteX34" fmla="*/ 616582 w 746874"/>
                <a:gd name="connsiteY34" fmla="*/ 92345 h 483032"/>
                <a:gd name="connsiteX35" fmla="*/ 610429 w 746874"/>
                <a:gd name="connsiteY35" fmla="*/ 91526 h 483032"/>
                <a:gd name="connsiteX36" fmla="*/ 596998 w 746874"/>
                <a:gd name="connsiteY36" fmla="*/ 62198 h 483032"/>
                <a:gd name="connsiteX37" fmla="*/ 613943 w 746874"/>
                <a:gd name="connsiteY37" fmla="*/ 26651 h 483032"/>
                <a:gd name="connsiteX38" fmla="*/ 601028 w 746874"/>
                <a:gd name="connsiteY38" fmla="*/ 139417 h 483032"/>
                <a:gd name="connsiteX39" fmla="*/ 568566 w 746874"/>
                <a:gd name="connsiteY39" fmla="*/ 127387 h 483032"/>
                <a:gd name="connsiteX40" fmla="*/ 556536 w 746874"/>
                <a:gd name="connsiteY40" fmla="*/ 92393 h 483032"/>
                <a:gd name="connsiteX41" fmla="*/ 591845 w 746874"/>
                <a:gd name="connsiteY41" fmla="*/ 102870 h 483032"/>
                <a:gd name="connsiteX42" fmla="*/ 600189 w 746874"/>
                <a:gd name="connsiteY42" fmla="*/ 115557 h 483032"/>
                <a:gd name="connsiteX43" fmla="*/ 601028 w 746874"/>
                <a:gd name="connsiteY43" fmla="*/ 139417 h 483032"/>
                <a:gd name="connsiteX0" fmla="*/ 640137 w 746874"/>
                <a:gd name="connsiteY0" fmla="*/ 195263 h 477203"/>
                <a:gd name="connsiteX1" fmla="*/ 622992 w 746874"/>
                <a:gd name="connsiteY1" fmla="*/ 198863 h 477203"/>
                <a:gd name="connsiteX2" fmla="*/ 622992 w 746874"/>
                <a:gd name="connsiteY2" fmla="*/ 153105 h 477203"/>
                <a:gd name="connsiteX3" fmla="*/ 671751 w 746874"/>
                <a:gd name="connsiteY3" fmla="*/ 135417 h 477203"/>
                <a:gd name="connsiteX4" fmla="*/ 689343 w 746874"/>
                <a:gd name="connsiteY4" fmla="*/ 76734 h 477203"/>
                <a:gd name="connsiteX5" fmla="*/ 688553 w 746874"/>
                <a:gd name="connsiteY5" fmla="*/ 69371 h 477203"/>
                <a:gd name="connsiteX6" fmla="*/ 681228 w 746874"/>
                <a:gd name="connsiteY6" fmla="*/ 68314 h 477203"/>
                <a:gd name="connsiteX7" fmla="*/ 647262 w 746874"/>
                <a:gd name="connsiteY7" fmla="*/ 70371 h 477203"/>
                <a:gd name="connsiteX8" fmla="*/ 649843 w 746874"/>
                <a:gd name="connsiteY8" fmla="*/ 56379 h 477203"/>
                <a:gd name="connsiteX9" fmla="*/ 620316 w 746874"/>
                <a:gd name="connsiteY9" fmla="*/ 0 h 477203"/>
                <a:gd name="connsiteX10" fmla="*/ 545840 w 746874"/>
                <a:gd name="connsiteY10" fmla="*/ 68199 h 477203"/>
                <a:gd name="connsiteX11" fmla="*/ 538525 w 746874"/>
                <a:gd name="connsiteY11" fmla="*/ 69266 h 477203"/>
                <a:gd name="connsiteX12" fmla="*/ 537743 w 746874"/>
                <a:gd name="connsiteY12" fmla="*/ 76610 h 477203"/>
                <a:gd name="connsiteX13" fmla="*/ 555317 w 746874"/>
                <a:gd name="connsiteY13" fmla="*/ 135293 h 477203"/>
                <a:gd name="connsiteX14" fmla="*/ 603895 w 746874"/>
                <a:gd name="connsiteY14" fmla="*/ 152915 h 477203"/>
                <a:gd name="connsiteX15" fmla="*/ 603895 w 746874"/>
                <a:gd name="connsiteY15" fmla="*/ 203283 h 477203"/>
                <a:gd name="connsiteX16" fmla="*/ 7725 w 746874"/>
                <a:gd name="connsiteY16" fmla="*/ 471621 h 477203"/>
                <a:gd name="connsiteX17" fmla="*/ 0 w 746874"/>
                <a:gd name="connsiteY17" fmla="*/ 477203 h 477203"/>
                <a:gd name="connsiteX18" fmla="*/ 33204 w 746874"/>
                <a:gd name="connsiteY18" fmla="*/ 477203 h 477203"/>
                <a:gd name="connsiteX19" fmla="*/ 625031 w 746874"/>
                <a:gd name="connsiteY19" fmla="*/ 217923 h 477203"/>
                <a:gd name="connsiteX20" fmla="*/ 644081 w 746874"/>
                <a:gd name="connsiteY20" fmla="*/ 213922 h 477203"/>
                <a:gd name="connsiteX21" fmla="*/ 746874 w 746874"/>
                <a:gd name="connsiteY21" fmla="*/ 195825 h 477203"/>
                <a:gd name="connsiteX22" fmla="*/ 746874 w 746874"/>
                <a:gd name="connsiteY22" fmla="*/ 176584 h 477203"/>
                <a:gd name="connsiteX23" fmla="*/ 640137 w 746874"/>
                <a:gd name="connsiteY23" fmla="*/ 195263 h 477203"/>
                <a:gd name="connsiteX24" fmla="*/ 670617 w 746874"/>
                <a:gd name="connsiteY24" fmla="*/ 86678 h 477203"/>
                <a:gd name="connsiteX25" fmla="*/ 658578 w 746874"/>
                <a:gd name="connsiteY25" fmla="*/ 121682 h 477203"/>
                <a:gd name="connsiteX26" fmla="*/ 626812 w 746874"/>
                <a:gd name="connsiteY26" fmla="*/ 133684 h 477203"/>
                <a:gd name="connsiteX27" fmla="*/ 627250 w 746874"/>
                <a:gd name="connsiteY27" fmla="*/ 109233 h 477203"/>
                <a:gd name="connsiteX28" fmla="*/ 635184 w 746874"/>
                <a:gd name="connsiteY28" fmla="*/ 97384 h 477203"/>
                <a:gd name="connsiteX29" fmla="*/ 669598 w 746874"/>
                <a:gd name="connsiteY29" fmla="*/ 86678 h 477203"/>
                <a:gd name="connsiteX30" fmla="*/ 670617 w 746874"/>
                <a:gd name="connsiteY30" fmla="*/ 86678 h 477203"/>
                <a:gd name="connsiteX31" fmla="*/ 613943 w 746874"/>
                <a:gd name="connsiteY31" fmla="*/ 20822 h 477203"/>
                <a:gd name="connsiteX32" fmla="*/ 630869 w 746874"/>
                <a:gd name="connsiteY32" fmla="*/ 55655 h 477203"/>
                <a:gd name="connsiteX33" fmla="*/ 616582 w 746874"/>
                <a:gd name="connsiteY33" fmla="*/ 86516 h 477203"/>
                <a:gd name="connsiteX34" fmla="*/ 610429 w 746874"/>
                <a:gd name="connsiteY34" fmla="*/ 85697 h 477203"/>
                <a:gd name="connsiteX35" fmla="*/ 596998 w 746874"/>
                <a:gd name="connsiteY35" fmla="*/ 56369 h 477203"/>
                <a:gd name="connsiteX36" fmla="*/ 613943 w 746874"/>
                <a:gd name="connsiteY36" fmla="*/ 20822 h 477203"/>
                <a:gd name="connsiteX37" fmla="*/ 601028 w 746874"/>
                <a:gd name="connsiteY37" fmla="*/ 133588 h 477203"/>
                <a:gd name="connsiteX38" fmla="*/ 568566 w 746874"/>
                <a:gd name="connsiteY38" fmla="*/ 121558 h 477203"/>
                <a:gd name="connsiteX39" fmla="*/ 556536 w 746874"/>
                <a:gd name="connsiteY39" fmla="*/ 86564 h 477203"/>
                <a:gd name="connsiteX40" fmla="*/ 591845 w 746874"/>
                <a:gd name="connsiteY40" fmla="*/ 97041 h 477203"/>
                <a:gd name="connsiteX41" fmla="*/ 600189 w 746874"/>
                <a:gd name="connsiteY41" fmla="*/ 109728 h 477203"/>
                <a:gd name="connsiteX42" fmla="*/ 601028 w 746874"/>
                <a:gd name="connsiteY42" fmla="*/ 133588 h 477203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591845 w 746874"/>
                <a:gd name="connsiteY39" fmla="*/ 76219 h 456381"/>
                <a:gd name="connsiteX40" fmla="*/ 600189 w 746874"/>
                <a:gd name="connsiteY40" fmla="*/ 88906 h 456381"/>
                <a:gd name="connsiteX41" fmla="*/ 601028 w 746874"/>
                <a:gd name="connsiteY41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591845 w 746874"/>
                <a:gd name="connsiteY39" fmla="*/ 76219 h 456381"/>
                <a:gd name="connsiteX40" fmla="*/ 601028 w 746874"/>
                <a:gd name="connsiteY40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601028 w 746874"/>
                <a:gd name="connsiteY36" fmla="*/ 112766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39" fmla="*/ 601028 w 746874"/>
                <a:gd name="connsiteY39" fmla="*/ 112766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32093 h 456381"/>
                <a:gd name="connsiteX14" fmla="*/ 603895 w 746874"/>
                <a:gd name="connsiteY14" fmla="*/ 182461 h 456381"/>
                <a:gd name="connsiteX15" fmla="*/ 7725 w 746874"/>
                <a:gd name="connsiteY15" fmla="*/ 450799 h 456381"/>
                <a:gd name="connsiteX16" fmla="*/ 0 w 746874"/>
                <a:gd name="connsiteY16" fmla="*/ 456381 h 456381"/>
                <a:gd name="connsiteX17" fmla="*/ 33204 w 746874"/>
                <a:gd name="connsiteY17" fmla="*/ 456381 h 456381"/>
                <a:gd name="connsiteX18" fmla="*/ 625031 w 746874"/>
                <a:gd name="connsiteY18" fmla="*/ 197101 h 456381"/>
                <a:gd name="connsiteX19" fmla="*/ 644081 w 746874"/>
                <a:gd name="connsiteY19" fmla="*/ 193100 h 456381"/>
                <a:gd name="connsiteX20" fmla="*/ 746874 w 746874"/>
                <a:gd name="connsiteY20" fmla="*/ 175003 h 456381"/>
                <a:gd name="connsiteX21" fmla="*/ 746874 w 746874"/>
                <a:gd name="connsiteY21" fmla="*/ 155762 h 456381"/>
                <a:gd name="connsiteX22" fmla="*/ 640137 w 746874"/>
                <a:gd name="connsiteY22" fmla="*/ 174441 h 456381"/>
                <a:gd name="connsiteX23" fmla="*/ 670617 w 746874"/>
                <a:gd name="connsiteY23" fmla="*/ 65856 h 456381"/>
                <a:gd name="connsiteX24" fmla="*/ 658578 w 746874"/>
                <a:gd name="connsiteY24" fmla="*/ 100860 h 456381"/>
                <a:gd name="connsiteX25" fmla="*/ 626812 w 746874"/>
                <a:gd name="connsiteY25" fmla="*/ 112862 h 456381"/>
                <a:gd name="connsiteX26" fmla="*/ 627250 w 746874"/>
                <a:gd name="connsiteY26" fmla="*/ 88411 h 456381"/>
                <a:gd name="connsiteX27" fmla="*/ 635184 w 746874"/>
                <a:gd name="connsiteY27" fmla="*/ 76562 h 456381"/>
                <a:gd name="connsiteX28" fmla="*/ 669598 w 746874"/>
                <a:gd name="connsiteY28" fmla="*/ 65856 h 456381"/>
                <a:gd name="connsiteX29" fmla="*/ 670617 w 746874"/>
                <a:gd name="connsiteY29" fmla="*/ 65856 h 456381"/>
                <a:gd name="connsiteX30" fmla="*/ 613943 w 746874"/>
                <a:gd name="connsiteY30" fmla="*/ 0 h 456381"/>
                <a:gd name="connsiteX31" fmla="*/ 630869 w 746874"/>
                <a:gd name="connsiteY31" fmla="*/ 34833 h 456381"/>
                <a:gd name="connsiteX32" fmla="*/ 616582 w 746874"/>
                <a:gd name="connsiteY32" fmla="*/ 65694 h 456381"/>
                <a:gd name="connsiteX33" fmla="*/ 610429 w 746874"/>
                <a:gd name="connsiteY33" fmla="*/ 64875 h 456381"/>
                <a:gd name="connsiteX34" fmla="*/ 596998 w 746874"/>
                <a:gd name="connsiteY34" fmla="*/ 35547 h 456381"/>
                <a:gd name="connsiteX35" fmla="*/ 613943 w 746874"/>
                <a:gd name="connsiteY35" fmla="*/ 0 h 456381"/>
                <a:gd name="connsiteX36" fmla="*/ 556536 w 746874"/>
                <a:gd name="connsiteY36" fmla="*/ 65742 h 456381"/>
                <a:gd name="connsiteX37" fmla="*/ 568566 w 746874"/>
                <a:gd name="connsiteY37" fmla="*/ 100736 h 456381"/>
                <a:gd name="connsiteX38" fmla="*/ 556536 w 746874"/>
                <a:gd name="connsiteY38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22992 w 746874"/>
                <a:gd name="connsiteY2" fmla="*/ 132283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545840 w 746874"/>
                <a:gd name="connsiteY9" fmla="*/ 47377 h 456381"/>
                <a:gd name="connsiteX10" fmla="*/ 538525 w 746874"/>
                <a:gd name="connsiteY10" fmla="*/ 48444 h 456381"/>
                <a:gd name="connsiteX11" fmla="*/ 537743 w 746874"/>
                <a:gd name="connsiteY11" fmla="*/ 55788 h 456381"/>
                <a:gd name="connsiteX12" fmla="*/ 555317 w 746874"/>
                <a:gd name="connsiteY12" fmla="*/ 114471 h 456381"/>
                <a:gd name="connsiteX13" fmla="*/ 603895 w 746874"/>
                <a:gd name="connsiteY13" fmla="*/ 182461 h 456381"/>
                <a:gd name="connsiteX14" fmla="*/ 7725 w 746874"/>
                <a:gd name="connsiteY14" fmla="*/ 450799 h 456381"/>
                <a:gd name="connsiteX15" fmla="*/ 0 w 746874"/>
                <a:gd name="connsiteY15" fmla="*/ 456381 h 456381"/>
                <a:gd name="connsiteX16" fmla="*/ 33204 w 746874"/>
                <a:gd name="connsiteY16" fmla="*/ 456381 h 456381"/>
                <a:gd name="connsiteX17" fmla="*/ 625031 w 746874"/>
                <a:gd name="connsiteY17" fmla="*/ 197101 h 456381"/>
                <a:gd name="connsiteX18" fmla="*/ 644081 w 746874"/>
                <a:gd name="connsiteY18" fmla="*/ 193100 h 456381"/>
                <a:gd name="connsiteX19" fmla="*/ 746874 w 746874"/>
                <a:gd name="connsiteY19" fmla="*/ 175003 h 456381"/>
                <a:gd name="connsiteX20" fmla="*/ 746874 w 746874"/>
                <a:gd name="connsiteY20" fmla="*/ 155762 h 456381"/>
                <a:gd name="connsiteX21" fmla="*/ 640137 w 746874"/>
                <a:gd name="connsiteY21" fmla="*/ 174441 h 456381"/>
                <a:gd name="connsiteX22" fmla="*/ 670617 w 746874"/>
                <a:gd name="connsiteY22" fmla="*/ 65856 h 456381"/>
                <a:gd name="connsiteX23" fmla="*/ 658578 w 746874"/>
                <a:gd name="connsiteY23" fmla="*/ 100860 h 456381"/>
                <a:gd name="connsiteX24" fmla="*/ 626812 w 746874"/>
                <a:gd name="connsiteY24" fmla="*/ 112862 h 456381"/>
                <a:gd name="connsiteX25" fmla="*/ 627250 w 746874"/>
                <a:gd name="connsiteY25" fmla="*/ 88411 h 456381"/>
                <a:gd name="connsiteX26" fmla="*/ 635184 w 746874"/>
                <a:gd name="connsiteY26" fmla="*/ 76562 h 456381"/>
                <a:gd name="connsiteX27" fmla="*/ 669598 w 746874"/>
                <a:gd name="connsiteY27" fmla="*/ 65856 h 456381"/>
                <a:gd name="connsiteX28" fmla="*/ 670617 w 746874"/>
                <a:gd name="connsiteY28" fmla="*/ 65856 h 456381"/>
                <a:gd name="connsiteX29" fmla="*/ 613943 w 746874"/>
                <a:gd name="connsiteY29" fmla="*/ 0 h 456381"/>
                <a:gd name="connsiteX30" fmla="*/ 630869 w 746874"/>
                <a:gd name="connsiteY30" fmla="*/ 34833 h 456381"/>
                <a:gd name="connsiteX31" fmla="*/ 616582 w 746874"/>
                <a:gd name="connsiteY31" fmla="*/ 65694 h 456381"/>
                <a:gd name="connsiteX32" fmla="*/ 610429 w 746874"/>
                <a:gd name="connsiteY32" fmla="*/ 64875 h 456381"/>
                <a:gd name="connsiteX33" fmla="*/ 596998 w 746874"/>
                <a:gd name="connsiteY33" fmla="*/ 35547 h 456381"/>
                <a:gd name="connsiteX34" fmla="*/ 613943 w 746874"/>
                <a:gd name="connsiteY34" fmla="*/ 0 h 456381"/>
                <a:gd name="connsiteX35" fmla="*/ 556536 w 746874"/>
                <a:gd name="connsiteY35" fmla="*/ 65742 h 456381"/>
                <a:gd name="connsiteX36" fmla="*/ 568566 w 746874"/>
                <a:gd name="connsiteY36" fmla="*/ 100736 h 456381"/>
                <a:gd name="connsiteX37" fmla="*/ 556536 w 746874"/>
                <a:gd name="connsiteY37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5317 w 746874"/>
                <a:gd name="connsiteY11" fmla="*/ 1144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34" fmla="*/ 556536 w 746874"/>
                <a:gd name="connsiteY34" fmla="*/ 65742 h 456381"/>
                <a:gd name="connsiteX35" fmla="*/ 568566 w 746874"/>
                <a:gd name="connsiteY35" fmla="*/ 100736 h 456381"/>
                <a:gd name="connsiteX36" fmla="*/ 556536 w 746874"/>
                <a:gd name="connsiteY36" fmla="*/ 65742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5317 w 746874"/>
                <a:gd name="connsiteY11" fmla="*/ 1144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603895 w 746874"/>
                <a:gd name="connsiteY11" fmla="*/ 182461 h 456381"/>
                <a:gd name="connsiteX12" fmla="*/ 7725 w 746874"/>
                <a:gd name="connsiteY12" fmla="*/ 450799 h 456381"/>
                <a:gd name="connsiteX13" fmla="*/ 0 w 746874"/>
                <a:gd name="connsiteY13" fmla="*/ 456381 h 456381"/>
                <a:gd name="connsiteX14" fmla="*/ 33204 w 746874"/>
                <a:gd name="connsiteY14" fmla="*/ 456381 h 456381"/>
                <a:gd name="connsiteX15" fmla="*/ 625031 w 746874"/>
                <a:gd name="connsiteY15" fmla="*/ 197101 h 456381"/>
                <a:gd name="connsiteX16" fmla="*/ 644081 w 746874"/>
                <a:gd name="connsiteY16" fmla="*/ 193100 h 456381"/>
                <a:gd name="connsiteX17" fmla="*/ 746874 w 746874"/>
                <a:gd name="connsiteY17" fmla="*/ 175003 h 456381"/>
                <a:gd name="connsiteX18" fmla="*/ 746874 w 746874"/>
                <a:gd name="connsiteY18" fmla="*/ 155762 h 456381"/>
                <a:gd name="connsiteX19" fmla="*/ 640137 w 746874"/>
                <a:gd name="connsiteY19" fmla="*/ 174441 h 456381"/>
                <a:gd name="connsiteX20" fmla="*/ 670617 w 746874"/>
                <a:gd name="connsiteY20" fmla="*/ 65856 h 456381"/>
                <a:gd name="connsiteX21" fmla="*/ 658578 w 746874"/>
                <a:gd name="connsiteY21" fmla="*/ 100860 h 456381"/>
                <a:gd name="connsiteX22" fmla="*/ 626812 w 746874"/>
                <a:gd name="connsiteY22" fmla="*/ 112862 h 456381"/>
                <a:gd name="connsiteX23" fmla="*/ 627250 w 746874"/>
                <a:gd name="connsiteY23" fmla="*/ 88411 h 456381"/>
                <a:gd name="connsiteX24" fmla="*/ 635184 w 746874"/>
                <a:gd name="connsiteY24" fmla="*/ 76562 h 456381"/>
                <a:gd name="connsiteX25" fmla="*/ 669598 w 746874"/>
                <a:gd name="connsiteY25" fmla="*/ 65856 h 456381"/>
                <a:gd name="connsiteX26" fmla="*/ 670617 w 746874"/>
                <a:gd name="connsiteY26" fmla="*/ 65856 h 456381"/>
                <a:gd name="connsiteX27" fmla="*/ 613943 w 746874"/>
                <a:gd name="connsiteY27" fmla="*/ 0 h 456381"/>
                <a:gd name="connsiteX28" fmla="*/ 630869 w 746874"/>
                <a:gd name="connsiteY28" fmla="*/ 34833 h 456381"/>
                <a:gd name="connsiteX29" fmla="*/ 616582 w 746874"/>
                <a:gd name="connsiteY29" fmla="*/ 65694 h 456381"/>
                <a:gd name="connsiteX30" fmla="*/ 610429 w 746874"/>
                <a:gd name="connsiteY30" fmla="*/ 64875 h 456381"/>
                <a:gd name="connsiteX31" fmla="*/ 596998 w 746874"/>
                <a:gd name="connsiteY31" fmla="*/ 35547 h 456381"/>
                <a:gd name="connsiteX32" fmla="*/ 613943 w 746874"/>
                <a:gd name="connsiteY32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551549 w 746874"/>
                <a:gd name="connsiteY11" fmla="*/ 63671 h 456381"/>
                <a:gd name="connsiteX12" fmla="*/ 603895 w 746874"/>
                <a:gd name="connsiteY12" fmla="*/ 182461 h 456381"/>
                <a:gd name="connsiteX13" fmla="*/ 7725 w 746874"/>
                <a:gd name="connsiteY13" fmla="*/ 450799 h 456381"/>
                <a:gd name="connsiteX14" fmla="*/ 0 w 746874"/>
                <a:gd name="connsiteY14" fmla="*/ 456381 h 456381"/>
                <a:gd name="connsiteX15" fmla="*/ 33204 w 746874"/>
                <a:gd name="connsiteY15" fmla="*/ 456381 h 456381"/>
                <a:gd name="connsiteX16" fmla="*/ 625031 w 746874"/>
                <a:gd name="connsiteY16" fmla="*/ 197101 h 456381"/>
                <a:gd name="connsiteX17" fmla="*/ 644081 w 746874"/>
                <a:gd name="connsiteY17" fmla="*/ 193100 h 456381"/>
                <a:gd name="connsiteX18" fmla="*/ 746874 w 746874"/>
                <a:gd name="connsiteY18" fmla="*/ 175003 h 456381"/>
                <a:gd name="connsiteX19" fmla="*/ 746874 w 746874"/>
                <a:gd name="connsiteY19" fmla="*/ 155762 h 456381"/>
                <a:gd name="connsiteX20" fmla="*/ 640137 w 746874"/>
                <a:gd name="connsiteY20" fmla="*/ 174441 h 456381"/>
                <a:gd name="connsiteX21" fmla="*/ 670617 w 746874"/>
                <a:gd name="connsiteY21" fmla="*/ 65856 h 456381"/>
                <a:gd name="connsiteX22" fmla="*/ 658578 w 746874"/>
                <a:gd name="connsiteY22" fmla="*/ 100860 h 456381"/>
                <a:gd name="connsiteX23" fmla="*/ 626812 w 746874"/>
                <a:gd name="connsiteY23" fmla="*/ 112862 h 456381"/>
                <a:gd name="connsiteX24" fmla="*/ 627250 w 746874"/>
                <a:gd name="connsiteY24" fmla="*/ 88411 h 456381"/>
                <a:gd name="connsiteX25" fmla="*/ 635184 w 746874"/>
                <a:gd name="connsiteY25" fmla="*/ 76562 h 456381"/>
                <a:gd name="connsiteX26" fmla="*/ 669598 w 746874"/>
                <a:gd name="connsiteY26" fmla="*/ 65856 h 456381"/>
                <a:gd name="connsiteX27" fmla="*/ 670617 w 746874"/>
                <a:gd name="connsiteY27" fmla="*/ 65856 h 456381"/>
                <a:gd name="connsiteX28" fmla="*/ 613943 w 746874"/>
                <a:gd name="connsiteY28" fmla="*/ 0 h 456381"/>
                <a:gd name="connsiteX29" fmla="*/ 630869 w 746874"/>
                <a:gd name="connsiteY29" fmla="*/ 34833 h 456381"/>
                <a:gd name="connsiteX30" fmla="*/ 616582 w 746874"/>
                <a:gd name="connsiteY30" fmla="*/ 65694 h 456381"/>
                <a:gd name="connsiteX31" fmla="*/ 610429 w 746874"/>
                <a:gd name="connsiteY31" fmla="*/ 64875 h 456381"/>
                <a:gd name="connsiteX32" fmla="*/ 596998 w 746874"/>
                <a:gd name="connsiteY32" fmla="*/ 35547 h 456381"/>
                <a:gd name="connsiteX33" fmla="*/ 613943 w 746874"/>
                <a:gd name="connsiteY33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537743 w 746874"/>
                <a:gd name="connsiteY10" fmla="*/ 55788 h 456381"/>
                <a:gd name="connsiteX11" fmla="*/ 603895 w 746874"/>
                <a:gd name="connsiteY11" fmla="*/ 182461 h 456381"/>
                <a:gd name="connsiteX12" fmla="*/ 7725 w 746874"/>
                <a:gd name="connsiteY12" fmla="*/ 450799 h 456381"/>
                <a:gd name="connsiteX13" fmla="*/ 0 w 746874"/>
                <a:gd name="connsiteY13" fmla="*/ 456381 h 456381"/>
                <a:gd name="connsiteX14" fmla="*/ 33204 w 746874"/>
                <a:gd name="connsiteY14" fmla="*/ 456381 h 456381"/>
                <a:gd name="connsiteX15" fmla="*/ 625031 w 746874"/>
                <a:gd name="connsiteY15" fmla="*/ 197101 h 456381"/>
                <a:gd name="connsiteX16" fmla="*/ 644081 w 746874"/>
                <a:gd name="connsiteY16" fmla="*/ 193100 h 456381"/>
                <a:gd name="connsiteX17" fmla="*/ 746874 w 746874"/>
                <a:gd name="connsiteY17" fmla="*/ 175003 h 456381"/>
                <a:gd name="connsiteX18" fmla="*/ 746874 w 746874"/>
                <a:gd name="connsiteY18" fmla="*/ 155762 h 456381"/>
                <a:gd name="connsiteX19" fmla="*/ 640137 w 746874"/>
                <a:gd name="connsiteY19" fmla="*/ 174441 h 456381"/>
                <a:gd name="connsiteX20" fmla="*/ 670617 w 746874"/>
                <a:gd name="connsiteY20" fmla="*/ 65856 h 456381"/>
                <a:gd name="connsiteX21" fmla="*/ 658578 w 746874"/>
                <a:gd name="connsiteY21" fmla="*/ 100860 h 456381"/>
                <a:gd name="connsiteX22" fmla="*/ 626812 w 746874"/>
                <a:gd name="connsiteY22" fmla="*/ 112862 h 456381"/>
                <a:gd name="connsiteX23" fmla="*/ 627250 w 746874"/>
                <a:gd name="connsiteY23" fmla="*/ 88411 h 456381"/>
                <a:gd name="connsiteX24" fmla="*/ 635184 w 746874"/>
                <a:gd name="connsiteY24" fmla="*/ 76562 h 456381"/>
                <a:gd name="connsiteX25" fmla="*/ 669598 w 746874"/>
                <a:gd name="connsiteY25" fmla="*/ 65856 h 456381"/>
                <a:gd name="connsiteX26" fmla="*/ 670617 w 746874"/>
                <a:gd name="connsiteY26" fmla="*/ 65856 h 456381"/>
                <a:gd name="connsiteX27" fmla="*/ 613943 w 746874"/>
                <a:gd name="connsiteY27" fmla="*/ 0 h 456381"/>
                <a:gd name="connsiteX28" fmla="*/ 630869 w 746874"/>
                <a:gd name="connsiteY28" fmla="*/ 34833 h 456381"/>
                <a:gd name="connsiteX29" fmla="*/ 616582 w 746874"/>
                <a:gd name="connsiteY29" fmla="*/ 65694 h 456381"/>
                <a:gd name="connsiteX30" fmla="*/ 610429 w 746874"/>
                <a:gd name="connsiteY30" fmla="*/ 64875 h 456381"/>
                <a:gd name="connsiteX31" fmla="*/ 596998 w 746874"/>
                <a:gd name="connsiteY31" fmla="*/ 35547 h 456381"/>
                <a:gd name="connsiteX32" fmla="*/ 613943 w 746874"/>
                <a:gd name="connsiteY32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538525 w 746874"/>
                <a:gd name="connsiteY9" fmla="*/ 48444 h 456381"/>
                <a:gd name="connsiteX10" fmla="*/ 603895 w 746874"/>
                <a:gd name="connsiteY10" fmla="*/ 182461 h 456381"/>
                <a:gd name="connsiteX11" fmla="*/ 7725 w 746874"/>
                <a:gd name="connsiteY11" fmla="*/ 450799 h 456381"/>
                <a:gd name="connsiteX12" fmla="*/ 0 w 746874"/>
                <a:gd name="connsiteY12" fmla="*/ 456381 h 456381"/>
                <a:gd name="connsiteX13" fmla="*/ 33204 w 746874"/>
                <a:gd name="connsiteY13" fmla="*/ 456381 h 456381"/>
                <a:gd name="connsiteX14" fmla="*/ 625031 w 746874"/>
                <a:gd name="connsiteY14" fmla="*/ 197101 h 456381"/>
                <a:gd name="connsiteX15" fmla="*/ 644081 w 746874"/>
                <a:gd name="connsiteY15" fmla="*/ 193100 h 456381"/>
                <a:gd name="connsiteX16" fmla="*/ 746874 w 746874"/>
                <a:gd name="connsiteY16" fmla="*/ 175003 h 456381"/>
                <a:gd name="connsiteX17" fmla="*/ 746874 w 746874"/>
                <a:gd name="connsiteY17" fmla="*/ 155762 h 456381"/>
                <a:gd name="connsiteX18" fmla="*/ 640137 w 746874"/>
                <a:gd name="connsiteY18" fmla="*/ 174441 h 456381"/>
                <a:gd name="connsiteX19" fmla="*/ 670617 w 746874"/>
                <a:gd name="connsiteY19" fmla="*/ 65856 h 456381"/>
                <a:gd name="connsiteX20" fmla="*/ 658578 w 746874"/>
                <a:gd name="connsiteY20" fmla="*/ 100860 h 456381"/>
                <a:gd name="connsiteX21" fmla="*/ 626812 w 746874"/>
                <a:gd name="connsiteY21" fmla="*/ 112862 h 456381"/>
                <a:gd name="connsiteX22" fmla="*/ 627250 w 746874"/>
                <a:gd name="connsiteY22" fmla="*/ 88411 h 456381"/>
                <a:gd name="connsiteX23" fmla="*/ 635184 w 746874"/>
                <a:gd name="connsiteY23" fmla="*/ 76562 h 456381"/>
                <a:gd name="connsiteX24" fmla="*/ 669598 w 746874"/>
                <a:gd name="connsiteY24" fmla="*/ 65856 h 456381"/>
                <a:gd name="connsiteX25" fmla="*/ 670617 w 746874"/>
                <a:gd name="connsiteY25" fmla="*/ 65856 h 456381"/>
                <a:gd name="connsiteX26" fmla="*/ 613943 w 746874"/>
                <a:gd name="connsiteY26" fmla="*/ 0 h 456381"/>
                <a:gd name="connsiteX27" fmla="*/ 630869 w 746874"/>
                <a:gd name="connsiteY27" fmla="*/ 34833 h 456381"/>
                <a:gd name="connsiteX28" fmla="*/ 616582 w 746874"/>
                <a:gd name="connsiteY28" fmla="*/ 65694 h 456381"/>
                <a:gd name="connsiteX29" fmla="*/ 610429 w 746874"/>
                <a:gd name="connsiteY29" fmla="*/ 64875 h 456381"/>
                <a:gd name="connsiteX30" fmla="*/ 596998 w 746874"/>
                <a:gd name="connsiteY30" fmla="*/ 35547 h 456381"/>
                <a:gd name="connsiteX31" fmla="*/ 613943 w 746874"/>
                <a:gd name="connsiteY31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545840 w 746874"/>
                <a:gd name="connsiteY8" fmla="*/ 47377 h 456381"/>
                <a:gd name="connsiteX9" fmla="*/ 603895 w 746874"/>
                <a:gd name="connsiteY9" fmla="*/ 182461 h 456381"/>
                <a:gd name="connsiteX10" fmla="*/ 7725 w 746874"/>
                <a:gd name="connsiteY10" fmla="*/ 450799 h 456381"/>
                <a:gd name="connsiteX11" fmla="*/ 0 w 746874"/>
                <a:gd name="connsiteY11" fmla="*/ 456381 h 456381"/>
                <a:gd name="connsiteX12" fmla="*/ 33204 w 746874"/>
                <a:gd name="connsiteY12" fmla="*/ 456381 h 456381"/>
                <a:gd name="connsiteX13" fmla="*/ 625031 w 746874"/>
                <a:gd name="connsiteY13" fmla="*/ 197101 h 456381"/>
                <a:gd name="connsiteX14" fmla="*/ 644081 w 746874"/>
                <a:gd name="connsiteY14" fmla="*/ 193100 h 456381"/>
                <a:gd name="connsiteX15" fmla="*/ 746874 w 746874"/>
                <a:gd name="connsiteY15" fmla="*/ 175003 h 456381"/>
                <a:gd name="connsiteX16" fmla="*/ 746874 w 746874"/>
                <a:gd name="connsiteY16" fmla="*/ 155762 h 456381"/>
                <a:gd name="connsiteX17" fmla="*/ 640137 w 746874"/>
                <a:gd name="connsiteY17" fmla="*/ 174441 h 456381"/>
                <a:gd name="connsiteX18" fmla="*/ 670617 w 746874"/>
                <a:gd name="connsiteY18" fmla="*/ 65856 h 456381"/>
                <a:gd name="connsiteX19" fmla="*/ 658578 w 746874"/>
                <a:gd name="connsiteY19" fmla="*/ 100860 h 456381"/>
                <a:gd name="connsiteX20" fmla="*/ 626812 w 746874"/>
                <a:gd name="connsiteY20" fmla="*/ 112862 h 456381"/>
                <a:gd name="connsiteX21" fmla="*/ 627250 w 746874"/>
                <a:gd name="connsiteY21" fmla="*/ 88411 h 456381"/>
                <a:gd name="connsiteX22" fmla="*/ 635184 w 746874"/>
                <a:gd name="connsiteY22" fmla="*/ 76562 h 456381"/>
                <a:gd name="connsiteX23" fmla="*/ 669598 w 746874"/>
                <a:gd name="connsiteY23" fmla="*/ 65856 h 456381"/>
                <a:gd name="connsiteX24" fmla="*/ 670617 w 746874"/>
                <a:gd name="connsiteY24" fmla="*/ 65856 h 456381"/>
                <a:gd name="connsiteX25" fmla="*/ 613943 w 746874"/>
                <a:gd name="connsiteY25" fmla="*/ 0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16779 w 746874"/>
                <a:gd name="connsiteY1" fmla="*/ 17182 h 456381"/>
                <a:gd name="connsiteX2" fmla="*/ 622992 w 746874"/>
                <a:gd name="connsiteY2" fmla="*/ 178041 h 456381"/>
                <a:gd name="connsiteX3" fmla="*/ 671751 w 746874"/>
                <a:gd name="connsiteY3" fmla="*/ 114595 h 456381"/>
                <a:gd name="connsiteX4" fmla="*/ 689343 w 746874"/>
                <a:gd name="connsiteY4" fmla="*/ 55912 h 456381"/>
                <a:gd name="connsiteX5" fmla="*/ 688553 w 746874"/>
                <a:gd name="connsiteY5" fmla="*/ 48549 h 456381"/>
                <a:gd name="connsiteX6" fmla="*/ 681228 w 746874"/>
                <a:gd name="connsiteY6" fmla="*/ 47492 h 456381"/>
                <a:gd name="connsiteX7" fmla="*/ 647262 w 746874"/>
                <a:gd name="connsiteY7" fmla="*/ 49549 h 456381"/>
                <a:gd name="connsiteX8" fmla="*/ 649843 w 746874"/>
                <a:gd name="connsiteY8" fmla="*/ 35557 h 456381"/>
                <a:gd name="connsiteX9" fmla="*/ 603895 w 746874"/>
                <a:gd name="connsiteY9" fmla="*/ 182461 h 456381"/>
                <a:gd name="connsiteX10" fmla="*/ 7725 w 746874"/>
                <a:gd name="connsiteY10" fmla="*/ 450799 h 456381"/>
                <a:gd name="connsiteX11" fmla="*/ 0 w 746874"/>
                <a:gd name="connsiteY11" fmla="*/ 456381 h 456381"/>
                <a:gd name="connsiteX12" fmla="*/ 33204 w 746874"/>
                <a:gd name="connsiteY12" fmla="*/ 456381 h 456381"/>
                <a:gd name="connsiteX13" fmla="*/ 625031 w 746874"/>
                <a:gd name="connsiteY13" fmla="*/ 197101 h 456381"/>
                <a:gd name="connsiteX14" fmla="*/ 644081 w 746874"/>
                <a:gd name="connsiteY14" fmla="*/ 193100 h 456381"/>
                <a:gd name="connsiteX15" fmla="*/ 746874 w 746874"/>
                <a:gd name="connsiteY15" fmla="*/ 175003 h 456381"/>
                <a:gd name="connsiteX16" fmla="*/ 746874 w 746874"/>
                <a:gd name="connsiteY16" fmla="*/ 155762 h 456381"/>
                <a:gd name="connsiteX17" fmla="*/ 640137 w 746874"/>
                <a:gd name="connsiteY17" fmla="*/ 174441 h 456381"/>
                <a:gd name="connsiteX18" fmla="*/ 670617 w 746874"/>
                <a:gd name="connsiteY18" fmla="*/ 65856 h 456381"/>
                <a:gd name="connsiteX19" fmla="*/ 658578 w 746874"/>
                <a:gd name="connsiteY19" fmla="*/ 100860 h 456381"/>
                <a:gd name="connsiteX20" fmla="*/ 626812 w 746874"/>
                <a:gd name="connsiteY20" fmla="*/ 112862 h 456381"/>
                <a:gd name="connsiteX21" fmla="*/ 627250 w 746874"/>
                <a:gd name="connsiteY21" fmla="*/ 88411 h 456381"/>
                <a:gd name="connsiteX22" fmla="*/ 635184 w 746874"/>
                <a:gd name="connsiteY22" fmla="*/ 76562 h 456381"/>
                <a:gd name="connsiteX23" fmla="*/ 669598 w 746874"/>
                <a:gd name="connsiteY23" fmla="*/ 65856 h 456381"/>
                <a:gd name="connsiteX24" fmla="*/ 670617 w 746874"/>
                <a:gd name="connsiteY24" fmla="*/ 65856 h 456381"/>
                <a:gd name="connsiteX25" fmla="*/ 613943 w 746874"/>
                <a:gd name="connsiteY25" fmla="*/ 0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71751 w 746874"/>
                <a:gd name="connsiteY2" fmla="*/ 114595 h 456381"/>
                <a:gd name="connsiteX3" fmla="*/ 689343 w 746874"/>
                <a:gd name="connsiteY3" fmla="*/ 55912 h 456381"/>
                <a:gd name="connsiteX4" fmla="*/ 688553 w 746874"/>
                <a:gd name="connsiteY4" fmla="*/ 48549 h 456381"/>
                <a:gd name="connsiteX5" fmla="*/ 681228 w 746874"/>
                <a:gd name="connsiteY5" fmla="*/ 47492 h 456381"/>
                <a:gd name="connsiteX6" fmla="*/ 647262 w 746874"/>
                <a:gd name="connsiteY6" fmla="*/ 49549 h 456381"/>
                <a:gd name="connsiteX7" fmla="*/ 649843 w 746874"/>
                <a:gd name="connsiteY7" fmla="*/ 35557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20194 w 746874"/>
                <a:gd name="connsiteY25" fmla="*/ 14637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58578 w 746874"/>
                <a:gd name="connsiteY17" fmla="*/ 100860 h 456381"/>
                <a:gd name="connsiteX18" fmla="*/ 626812 w 746874"/>
                <a:gd name="connsiteY18" fmla="*/ 112862 h 456381"/>
                <a:gd name="connsiteX19" fmla="*/ 627250 w 746874"/>
                <a:gd name="connsiteY19" fmla="*/ 88411 h 456381"/>
                <a:gd name="connsiteX20" fmla="*/ 635184 w 746874"/>
                <a:gd name="connsiteY20" fmla="*/ 76562 h 456381"/>
                <a:gd name="connsiteX21" fmla="*/ 669598 w 746874"/>
                <a:gd name="connsiteY21" fmla="*/ 65856 h 456381"/>
                <a:gd name="connsiteX22" fmla="*/ 670617 w 746874"/>
                <a:gd name="connsiteY22" fmla="*/ 65856 h 456381"/>
                <a:gd name="connsiteX23" fmla="*/ 613943 w 746874"/>
                <a:gd name="connsiteY23" fmla="*/ 0 h 456381"/>
                <a:gd name="connsiteX24" fmla="*/ 620194 w 746874"/>
                <a:gd name="connsiteY24" fmla="*/ 14637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60928 w 746874"/>
                <a:gd name="connsiteY7" fmla="*/ 123469 h 456381"/>
                <a:gd name="connsiteX8" fmla="*/ 603895 w 746874"/>
                <a:gd name="connsiteY8" fmla="*/ 182461 h 456381"/>
                <a:gd name="connsiteX9" fmla="*/ 7725 w 746874"/>
                <a:gd name="connsiteY9" fmla="*/ 450799 h 456381"/>
                <a:gd name="connsiteX10" fmla="*/ 0 w 746874"/>
                <a:gd name="connsiteY10" fmla="*/ 456381 h 456381"/>
                <a:gd name="connsiteX11" fmla="*/ 33204 w 746874"/>
                <a:gd name="connsiteY11" fmla="*/ 456381 h 456381"/>
                <a:gd name="connsiteX12" fmla="*/ 625031 w 746874"/>
                <a:gd name="connsiteY12" fmla="*/ 197101 h 456381"/>
                <a:gd name="connsiteX13" fmla="*/ 644081 w 746874"/>
                <a:gd name="connsiteY13" fmla="*/ 193100 h 456381"/>
                <a:gd name="connsiteX14" fmla="*/ 746874 w 746874"/>
                <a:gd name="connsiteY14" fmla="*/ 175003 h 456381"/>
                <a:gd name="connsiteX15" fmla="*/ 746874 w 746874"/>
                <a:gd name="connsiteY15" fmla="*/ 155762 h 456381"/>
                <a:gd name="connsiteX16" fmla="*/ 640137 w 746874"/>
                <a:gd name="connsiteY16" fmla="*/ 174441 h 456381"/>
                <a:gd name="connsiteX17" fmla="*/ 670617 w 746874"/>
                <a:gd name="connsiteY17" fmla="*/ 65856 h 456381"/>
                <a:gd name="connsiteX18" fmla="*/ 658578 w 746874"/>
                <a:gd name="connsiteY18" fmla="*/ 100860 h 456381"/>
                <a:gd name="connsiteX19" fmla="*/ 626812 w 746874"/>
                <a:gd name="connsiteY19" fmla="*/ 112862 h 456381"/>
                <a:gd name="connsiteX20" fmla="*/ 627250 w 746874"/>
                <a:gd name="connsiteY20" fmla="*/ 88411 h 456381"/>
                <a:gd name="connsiteX21" fmla="*/ 635184 w 746874"/>
                <a:gd name="connsiteY21" fmla="*/ 76562 h 456381"/>
                <a:gd name="connsiteX22" fmla="*/ 669598 w 746874"/>
                <a:gd name="connsiteY22" fmla="*/ 65856 h 456381"/>
                <a:gd name="connsiteX23" fmla="*/ 670617 w 746874"/>
                <a:gd name="connsiteY23" fmla="*/ 65856 h 456381"/>
                <a:gd name="connsiteX24" fmla="*/ 613943 w 746874"/>
                <a:gd name="connsiteY24" fmla="*/ 0 h 456381"/>
                <a:gd name="connsiteX25" fmla="*/ 620194 w 746874"/>
                <a:gd name="connsiteY25" fmla="*/ 14637 h 456381"/>
                <a:gd name="connsiteX26" fmla="*/ 630869 w 746874"/>
                <a:gd name="connsiteY26" fmla="*/ 34833 h 456381"/>
                <a:gd name="connsiteX27" fmla="*/ 616582 w 746874"/>
                <a:gd name="connsiteY27" fmla="*/ 65694 h 456381"/>
                <a:gd name="connsiteX28" fmla="*/ 610429 w 746874"/>
                <a:gd name="connsiteY28" fmla="*/ 64875 h 456381"/>
                <a:gd name="connsiteX29" fmla="*/ 596998 w 746874"/>
                <a:gd name="connsiteY29" fmla="*/ 35547 h 456381"/>
                <a:gd name="connsiteX30" fmla="*/ 613943 w 746874"/>
                <a:gd name="connsiteY30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58578 w 746874"/>
                <a:gd name="connsiteY17" fmla="*/ 100860 h 456381"/>
                <a:gd name="connsiteX18" fmla="*/ 626812 w 746874"/>
                <a:gd name="connsiteY18" fmla="*/ 112862 h 456381"/>
                <a:gd name="connsiteX19" fmla="*/ 627250 w 746874"/>
                <a:gd name="connsiteY19" fmla="*/ 88411 h 456381"/>
                <a:gd name="connsiteX20" fmla="*/ 635184 w 746874"/>
                <a:gd name="connsiteY20" fmla="*/ 76562 h 456381"/>
                <a:gd name="connsiteX21" fmla="*/ 669598 w 746874"/>
                <a:gd name="connsiteY21" fmla="*/ 65856 h 456381"/>
                <a:gd name="connsiteX22" fmla="*/ 670617 w 746874"/>
                <a:gd name="connsiteY22" fmla="*/ 65856 h 456381"/>
                <a:gd name="connsiteX23" fmla="*/ 613943 w 746874"/>
                <a:gd name="connsiteY23" fmla="*/ 0 h 456381"/>
                <a:gd name="connsiteX24" fmla="*/ 620194 w 746874"/>
                <a:gd name="connsiteY24" fmla="*/ 14637 h 456381"/>
                <a:gd name="connsiteX25" fmla="*/ 630869 w 746874"/>
                <a:gd name="connsiteY25" fmla="*/ 34833 h 456381"/>
                <a:gd name="connsiteX26" fmla="*/ 616582 w 746874"/>
                <a:gd name="connsiteY26" fmla="*/ 65694 h 456381"/>
                <a:gd name="connsiteX27" fmla="*/ 610429 w 746874"/>
                <a:gd name="connsiteY27" fmla="*/ 64875 h 456381"/>
                <a:gd name="connsiteX28" fmla="*/ 596998 w 746874"/>
                <a:gd name="connsiteY28" fmla="*/ 35547 h 456381"/>
                <a:gd name="connsiteX29" fmla="*/ 613943 w 746874"/>
                <a:gd name="connsiteY29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49843 w 746874"/>
                <a:gd name="connsiteY6" fmla="*/ 35557 h 456381"/>
                <a:gd name="connsiteX7" fmla="*/ 603895 w 746874"/>
                <a:gd name="connsiteY7" fmla="*/ 182461 h 456381"/>
                <a:gd name="connsiteX8" fmla="*/ 7725 w 746874"/>
                <a:gd name="connsiteY8" fmla="*/ 450799 h 456381"/>
                <a:gd name="connsiteX9" fmla="*/ 0 w 746874"/>
                <a:gd name="connsiteY9" fmla="*/ 456381 h 456381"/>
                <a:gd name="connsiteX10" fmla="*/ 33204 w 746874"/>
                <a:gd name="connsiteY10" fmla="*/ 456381 h 456381"/>
                <a:gd name="connsiteX11" fmla="*/ 625031 w 746874"/>
                <a:gd name="connsiteY11" fmla="*/ 197101 h 456381"/>
                <a:gd name="connsiteX12" fmla="*/ 644081 w 746874"/>
                <a:gd name="connsiteY12" fmla="*/ 193100 h 456381"/>
                <a:gd name="connsiteX13" fmla="*/ 746874 w 746874"/>
                <a:gd name="connsiteY13" fmla="*/ 175003 h 456381"/>
                <a:gd name="connsiteX14" fmla="*/ 746874 w 746874"/>
                <a:gd name="connsiteY14" fmla="*/ 155762 h 456381"/>
                <a:gd name="connsiteX15" fmla="*/ 640137 w 746874"/>
                <a:gd name="connsiteY15" fmla="*/ 174441 h 456381"/>
                <a:gd name="connsiteX16" fmla="*/ 670617 w 746874"/>
                <a:gd name="connsiteY16" fmla="*/ 65856 h 456381"/>
                <a:gd name="connsiteX17" fmla="*/ 626812 w 746874"/>
                <a:gd name="connsiteY17" fmla="*/ 112862 h 456381"/>
                <a:gd name="connsiteX18" fmla="*/ 627250 w 746874"/>
                <a:gd name="connsiteY18" fmla="*/ 88411 h 456381"/>
                <a:gd name="connsiteX19" fmla="*/ 635184 w 746874"/>
                <a:gd name="connsiteY19" fmla="*/ 76562 h 456381"/>
                <a:gd name="connsiteX20" fmla="*/ 669598 w 746874"/>
                <a:gd name="connsiteY20" fmla="*/ 65856 h 456381"/>
                <a:gd name="connsiteX21" fmla="*/ 670617 w 746874"/>
                <a:gd name="connsiteY21" fmla="*/ 65856 h 456381"/>
                <a:gd name="connsiteX22" fmla="*/ 613943 w 746874"/>
                <a:gd name="connsiteY22" fmla="*/ 0 h 456381"/>
                <a:gd name="connsiteX23" fmla="*/ 620194 w 746874"/>
                <a:gd name="connsiteY23" fmla="*/ 14637 h 456381"/>
                <a:gd name="connsiteX24" fmla="*/ 630869 w 746874"/>
                <a:gd name="connsiteY24" fmla="*/ 34833 h 456381"/>
                <a:gd name="connsiteX25" fmla="*/ 616582 w 746874"/>
                <a:gd name="connsiteY25" fmla="*/ 65694 h 456381"/>
                <a:gd name="connsiteX26" fmla="*/ 610429 w 746874"/>
                <a:gd name="connsiteY26" fmla="*/ 64875 h 456381"/>
                <a:gd name="connsiteX27" fmla="*/ 596998 w 746874"/>
                <a:gd name="connsiteY27" fmla="*/ 35547 h 456381"/>
                <a:gd name="connsiteX28" fmla="*/ 613943 w 746874"/>
                <a:gd name="connsiteY28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47262 w 746874"/>
                <a:gd name="connsiteY5" fmla="*/ 49549 h 456381"/>
                <a:gd name="connsiteX6" fmla="*/ 603895 w 746874"/>
                <a:gd name="connsiteY6" fmla="*/ 182461 h 456381"/>
                <a:gd name="connsiteX7" fmla="*/ 7725 w 746874"/>
                <a:gd name="connsiteY7" fmla="*/ 450799 h 456381"/>
                <a:gd name="connsiteX8" fmla="*/ 0 w 746874"/>
                <a:gd name="connsiteY8" fmla="*/ 456381 h 456381"/>
                <a:gd name="connsiteX9" fmla="*/ 33204 w 746874"/>
                <a:gd name="connsiteY9" fmla="*/ 456381 h 456381"/>
                <a:gd name="connsiteX10" fmla="*/ 625031 w 746874"/>
                <a:gd name="connsiteY10" fmla="*/ 197101 h 456381"/>
                <a:gd name="connsiteX11" fmla="*/ 644081 w 746874"/>
                <a:gd name="connsiteY11" fmla="*/ 193100 h 456381"/>
                <a:gd name="connsiteX12" fmla="*/ 746874 w 746874"/>
                <a:gd name="connsiteY12" fmla="*/ 175003 h 456381"/>
                <a:gd name="connsiteX13" fmla="*/ 746874 w 746874"/>
                <a:gd name="connsiteY13" fmla="*/ 155762 h 456381"/>
                <a:gd name="connsiteX14" fmla="*/ 640137 w 746874"/>
                <a:gd name="connsiteY14" fmla="*/ 174441 h 456381"/>
                <a:gd name="connsiteX15" fmla="*/ 670617 w 746874"/>
                <a:gd name="connsiteY15" fmla="*/ 65856 h 456381"/>
                <a:gd name="connsiteX16" fmla="*/ 626812 w 746874"/>
                <a:gd name="connsiteY16" fmla="*/ 112862 h 456381"/>
                <a:gd name="connsiteX17" fmla="*/ 627250 w 746874"/>
                <a:gd name="connsiteY17" fmla="*/ 88411 h 456381"/>
                <a:gd name="connsiteX18" fmla="*/ 635184 w 746874"/>
                <a:gd name="connsiteY18" fmla="*/ 76562 h 456381"/>
                <a:gd name="connsiteX19" fmla="*/ 669598 w 746874"/>
                <a:gd name="connsiteY19" fmla="*/ 65856 h 456381"/>
                <a:gd name="connsiteX20" fmla="*/ 670617 w 746874"/>
                <a:gd name="connsiteY20" fmla="*/ 65856 h 456381"/>
                <a:gd name="connsiteX21" fmla="*/ 613943 w 746874"/>
                <a:gd name="connsiteY21" fmla="*/ 0 h 456381"/>
                <a:gd name="connsiteX22" fmla="*/ 620194 w 746874"/>
                <a:gd name="connsiteY22" fmla="*/ 14637 h 456381"/>
                <a:gd name="connsiteX23" fmla="*/ 630869 w 746874"/>
                <a:gd name="connsiteY23" fmla="*/ 34833 h 456381"/>
                <a:gd name="connsiteX24" fmla="*/ 616582 w 746874"/>
                <a:gd name="connsiteY24" fmla="*/ 65694 h 456381"/>
                <a:gd name="connsiteX25" fmla="*/ 610429 w 746874"/>
                <a:gd name="connsiteY25" fmla="*/ 64875 h 456381"/>
                <a:gd name="connsiteX26" fmla="*/ 596998 w 746874"/>
                <a:gd name="connsiteY26" fmla="*/ 35547 h 456381"/>
                <a:gd name="connsiteX27" fmla="*/ 613943 w 746874"/>
                <a:gd name="connsiteY27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81228 w 746874"/>
                <a:gd name="connsiteY4" fmla="*/ 47492 h 456381"/>
                <a:gd name="connsiteX5" fmla="*/ 603895 w 746874"/>
                <a:gd name="connsiteY5" fmla="*/ 182461 h 456381"/>
                <a:gd name="connsiteX6" fmla="*/ 7725 w 746874"/>
                <a:gd name="connsiteY6" fmla="*/ 450799 h 456381"/>
                <a:gd name="connsiteX7" fmla="*/ 0 w 746874"/>
                <a:gd name="connsiteY7" fmla="*/ 456381 h 456381"/>
                <a:gd name="connsiteX8" fmla="*/ 33204 w 746874"/>
                <a:gd name="connsiteY8" fmla="*/ 456381 h 456381"/>
                <a:gd name="connsiteX9" fmla="*/ 625031 w 746874"/>
                <a:gd name="connsiteY9" fmla="*/ 197101 h 456381"/>
                <a:gd name="connsiteX10" fmla="*/ 644081 w 746874"/>
                <a:gd name="connsiteY10" fmla="*/ 193100 h 456381"/>
                <a:gd name="connsiteX11" fmla="*/ 746874 w 746874"/>
                <a:gd name="connsiteY11" fmla="*/ 175003 h 456381"/>
                <a:gd name="connsiteX12" fmla="*/ 746874 w 746874"/>
                <a:gd name="connsiteY12" fmla="*/ 155762 h 456381"/>
                <a:gd name="connsiteX13" fmla="*/ 640137 w 746874"/>
                <a:gd name="connsiteY13" fmla="*/ 174441 h 456381"/>
                <a:gd name="connsiteX14" fmla="*/ 670617 w 746874"/>
                <a:gd name="connsiteY14" fmla="*/ 65856 h 456381"/>
                <a:gd name="connsiteX15" fmla="*/ 626812 w 746874"/>
                <a:gd name="connsiteY15" fmla="*/ 112862 h 456381"/>
                <a:gd name="connsiteX16" fmla="*/ 627250 w 746874"/>
                <a:gd name="connsiteY16" fmla="*/ 88411 h 456381"/>
                <a:gd name="connsiteX17" fmla="*/ 635184 w 746874"/>
                <a:gd name="connsiteY17" fmla="*/ 76562 h 456381"/>
                <a:gd name="connsiteX18" fmla="*/ 669598 w 746874"/>
                <a:gd name="connsiteY18" fmla="*/ 65856 h 456381"/>
                <a:gd name="connsiteX19" fmla="*/ 670617 w 746874"/>
                <a:gd name="connsiteY19" fmla="*/ 65856 h 456381"/>
                <a:gd name="connsiteX20" fmla="*/ 613943 w 746874"/>
                <a:gd name="connsiteY20" fmla="*/ 0 h 456381"/>
                <a:gd name="connsiteX21" fmla="*/ 620194 w 746874"/>
                <a:gd name="connsiteY21" fmla="*/ 14637 h 456381"/>
                <a:gd name="connsiteX22" fmla="*/ 630869 w 746874"/>
                <a:gd name="connsiteY22" fmla="*/ 34833 h 456381"/>
                <a:gd name="connsiteX23" fmla="*/ 616582 w 746874"/>
                <a:gd name="connsiteY23" fmla="*/ 65694 h 456381"/>
                <a:gd name="connsiteX24" fmla="*/ 610429 w 746874"/>
                <a:gd name="connsiteY24" fmla="*/ 64875 h 456381"/>
                <a:gd name="connsiteX25" fmla="*/ 596998 w 746874"/>
                <a:gd name="connsiteY25" fmla="*/ 35547 h 456381"/>
                <a:gd name="connsiteX26" fmla="*/ 613943 w 746874"/>
                <a:gd name="connsiteY26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88553 w 746874"/>
                <a:gd name="connsiteY3" fmla="*/ 48549 h 456381"/>
                <a:gd name="connsiteX4" fmla="*/ 603895 w 746874"/>
                <a:gd name="connsiteY4" fmla="*/ 182461 h 456381"/>
                <a:gd name="connsiteX5" fmla="*/ 7725 w 746874"/>
                <a:gd name="connsiteY5" fmla="*/ 450799 h 456381"/>
                <a:gd name="connsiteX6" fmla="*/ 0 w 746874"/>
                <a:gd name="connsiteY6" fmla="*/ 456381 h 456381"/>
                <a:gd name="connsiteX7" fmla="*/ 33204 w 746874"/>
                <a:gd name="connsiteY7" fmla="*/ 456381 h 456381"/>
                <a:gd name="connsiteX8" fmla="*/ 625031 w 746874"/>
                <a:gd name="connsiteY8" fmla="*/ 197101 h 456381"/>
                <a:gd name="connsiteX9" fmla="*/ 644081 w 746874"/>
                <a:gd name="connsiteY9" fmla="*/ 193100 h 456381"/>
                <a:gd name="connsiteX10" fmla="*/ 746874 w 746874"/>
                <a:gd name="connsiteY10" fmla="*/ 175003 h 456381"/>
                <a:gd name="connsiteX11" fmla="*/ 746874 w 746874"/>
                <a:gd name="connsiteY11" fmla="*/ 155762 h 456381"/>
                <a:gd name="connsiteX12" fmla="*/ 640137 w 746874"/>
                <a:gd name="connsiteY12" fmla="*/ 174441 h 456381"/>
                <a:gd name="connsiteX13" fmla="*/ 670617 w 746874"/>
                <a:gd name="connsiteY13" fmla="*/ 65856 h 456381"/>
                <a:gd name="connsiteX14" fmla="*/ 626812 w 746874"/>
                <a:gd name="connsiteY14" fmla="*/ 112862 h 456381"/>
                <a:gd name="connsiteX15" fmla="*/ 627250 w 746874"/>
                <a:gd name="connsiteY15" fmla="*/ 88411 h 456381"/>
                <a:gd name="connsiteX16" fmla="*/ 635184 w 746874"/>
                <a:gd name="connsiteY16" fmla="*/ 76562 h 456381"/>
                <a:gd name="connsiteX17" fmla="*/ 669598 w 746874"/>
                <a:gd name="connsiteY17" fmla="*/ 65856 h 456381"/>
                <a:gd name="connsiteX18" fmla="*/ 670617 w 746874"/>
                <a:gd name="connsiteY18" fmla="*/ 65856 h 456381"/>
                <a:gd name="connsiteX19" fmla="*/ 613943 w 746874"/>
                <a:gd name="connsiteY19" fmla="*/ 0 h 456381"/>
                <a:gd name="connsiteX20" fmla="*/ 620194 w 746874"/>
                <a:gd name="connsiteY20" fmla="*/ 14637 h 456381"/>
                <a:gd name="connsiteX21" fmla="*/ 630869 w 746874"/>
                <a:gd name="connsiteY21" fmla="*/ 34833 h 456381"/>
                <a:gd name="connsiteX22" fmla="*/ 616582 w 746874"/>
                <a:gd name="connsiteY22" fmla="*/ 65694 h 456381"/>
                <a:gd name="connsiteX23" fmla="*/ 610429 w 746874"/>
                <a:gd name="connsiteY23" fmla="*/ 64875 h 456381"/>
                <a:gd name="connsiteX24" fmla="*/ 596998 w 746874"/>
                <a:gd name="connsiteY24" fmla="*/ 35547 h 456381"/>
                <a:gd name="connsiteX25" fmla="*/ 613943 w 746874"/>
                <a:gd name="connsiteY25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89343 w 746874"/>
                <a:gd name="connsiteY2" fmla="*/ 55912 h 456381"/>
                <a:gd name="connsiteX3" fmla="*/ 603895 w 746874"/>
                <a:gd name="connsiteY3" fmla="*/ 182461 h 456381"/>
                <a:gd name="connsiteX4" fmla="*/ 7725 w 746874"/>
                <a:gd name="connsiteY4" fmla="*/ 450799 h 456381"/>
                <a:gd name="connsiteX5" fmla="*/ 0 w 746874"/>
                <a:gd name="connsiteY5" fmla="*/ 456381 h 456381"/>
                <a:gd name="connsiteX6" fmla="*/ 33204 w 746874"/>
                <a:gd name="connsiteY6" fmla="*/ 456381 h 456381"/>
                <a:gd name="connsiteX7" fmla="*/ 625031 w 746874"/>
                <a:gd name="connsiteY7" fmla="*/ 197101 h 456381"/>
                <a:gd name="connsiteX8" fmla="*/ 644081 w 746874"/>
                <a:gd name="connsiteY8" fmla="*/ 193100 h 456381"/>
                <a:gd name="connsiteX9" fmla="*/ 746874 w 746874"/>
                <a:gd name="connsiteY9" fmla="*/ 175003 h 456381"/>
                <a:gd name="connsiteX10" fmla="*/ 746874 w 746874"/>
                <a:gd name="connsiteY10" fmla="*/ 155762 h 456381"/>
                <a:gd name="connsiteX11" fmla="*/ 640137 w 746874"/>
                <a:gd name="connsiteY11" fmla="*/ 174441 h 456381"/>
                <a:gd name="connsiteX12" fmla="*/ 670617 w 746874"/>
                <a:gd name="connsiteY12" fmla="*/ 65856 h 456381"/>
                <a:gd name="connsiteX13" fmla="*/ 626812 w 746874"/>
                <a:gd name="connsiteY13" fmla="*/ 112862 h 456381"/>
                <a:gd name="connsiteX14" fmla="*/ 627250 w 746874"/>
                <a:gd name="connsiteY14" fmla="*/ 88411 h 456381"/>
                <a:gd name="connsiteX15" fmla="*/ 635184 w 746874"/>
                <a:gd name="connsiteY15" fmla="*/ 76562 h 456381"/>
                <a:gd name="connsiteX16" fmla="*/ 669598 w 746874"/>
                <a:gd name="connsiteY16" fmla="*/ 65856 h 456381"/>
                <a:gd name="connsiteX17" fmla="*/ 670617 w 746874"/>
                <a:gd name="connsiteY17" fmla="*/ 65856 h 456381"/>
                <a:gd name="connsiteX18" fmla="*/ 613943 w 746874"/>
                <a:gd name="connsiteY18" fmla="*/ 0 h 456381"/>
                <a:gd name="connsiteX19" fmla="*/ 620194 w 746874"/>
                <a:gd name="connsiteY19" fmla="*/ 14637 h 456381"/>
                <a:gd name="connsiteX20" fmla="*/ 630869 w 746874"/>
                <a:gd name="connsiteY20" fmla="*/ 34833 h 456381"/>
                <a:gd name="connsiteX21" fmla="*/ 616582 w 746874"/>
                <a:gd name="connsiteY21" fmla="*/ 65694 h 456381"/>
                <a:gd name="connsiteX22" fmla="*/ 610429 w 746874"/>
                <a:gd name="connsiteY22" fmla="*/ 64875 h 456381"/>
                <a:gd name="connsiteX23" fmla="*/ 596998 w 746874"/>
                <a:gd name="connsiteY23" fmla="*/ 35547 h 456381"/>
                <a:gd name="connsiteX24" fmla="*/ 613943 w 746874"/>
                <a:gd name="connsiteY24" fmla="*/ 0 h 456381"/>
                <a:gd name="connsiteX0" fmla="*/ 640137 w 746874"/>
                <a:gd name="connsiteY0" fmla="*/ 174441 h 456381"/>
                <a:gd name="connsiteX1" fmla="*/ 622992 w 746874"/>
                <a:gd name="connsiteY1" fmla="*/ 178041 h 456381"/>
                <a:gd name="connsiteX2" fmla="*/ 603895 w 746874"/>
                <a:gd name="connsiteY2" fmla="*/ 182461 h 456381"/>
                <a:gd name="connsiteX3" fmla="*/ 7725 w 746874"/>
                <a:gd name="connsiteY3" fmla="*/ 450799 h 456381"/>
                <a:gd name="connsiteX4" fmla="*/ 0 w 746874"/>
                <a:gd name="connsiteY4" fmla="*/ 456381 h 456381"/>
                <a:gd name="connsiteX5" fmla="*/ 33204 w 746874"/>
                <a:gd name="connsiteY5" fmla="*/ 456381 h 456381"/>
                <a:gd name="connsiteX6" fmla="*/ 625031 w 746874"/>
                <a:gd name="connsiteY6" fmla="*/ 197101 h 456381"/>
                <a:gd name="connsiteX7" fmla="*/ 644081 w 746874"/>
                <a:gd name="connsiteY7" fmla="*/ 193100 h 456381"/>
                <a:gd name="connsiteX8" fmla="*/ 746874 w 746874"/>
                <a:gd name="connsiteY8" fmla="*/ 175003 h 456381"/>
                <a:gd name="connsiteX9" fmla="*/ 746874 w 746874"/>
                <a:gd name="connsiteY9" fmla="*/ 155762 h 456381"/>
                <a:gd name="connsiteX10" fmla="*/ 640137 w 746874"/>
                <a:gd name="connsiteY10" fmla="*/ 174441 h 456381"/>
                <a:gd name="connsiteX11" fmla="*/ 670617 w 746874"/>
                <a:gd name="connsiteY11" fmla="*/ 65856 h 456381"/>
                <a:gd name="connsiteX12" fmla="*/ 626812 w 746874"/>
                <a:gd name="connsiteY12" fmla="*/ 112862 h 456381"/>
                <a:gd name="connsiteX13" fmla="*/ 627250 w 746874"/>
                <a:gd name="connsiteY13" fmla="*/ 88411 h 456381"/>
                <a:gd name="connsiteX14" fmla="*/ 635184 w 746874"/>
                <a:gd name="connsiteY14" fmla="*/ 76562 h 456381"/>
                <a:gd name="connsiteX15" fmla="*/ 669598 w 746874"/>
                <a:gd name="connsiteY15" fmla="*/ 65856 h 456381"/>
                <a:gd name="connsiteX16" fmla="*/ 670617 w 746874"/>
                <a:gd name="connsiteY16" fmla="*/ 65856 h 456381"/>
                <a:gd name="connsiteX17" fmla="*/ 613943 w 746874"/>
                <a:gd name="connsiteY17" fmla="*/ 0 h 456381"/>
                <a:gd name="connsiteX18" fmla="*/ 620194 w 746874"/>
                <a:gd name="connsiteY18" fmla="*/ 14637 h 456381"/>
                <a:gd name="connsiteX19" fmla="*/ 630869 w 746874"/>
                <a:gd name="connsiteY19" fmla="*/ 34833 h 456381"/>
                <a:gd name="connsiteX20" fmla="*/ 616582 w 746874"/>
                <a:gd name="connsiteY20" fmla="*/ 65694 h 456381"/>
                <a:gd name="connsiteX21" fmla="*/ 610429 w 746874"/>
                <a:gd name="connsiteY21" fmla="*/ 64875 h 456381"/>
                <a:gd name="connsiteX22" fmla="*/ 596998 w 746874"/>
                <a:gd name="connsiteY22" fmla="*/ 35547 h 456381"/>
                <a:gd name="connsiteX23" fmla="*/ 613943 w 746874"/>
                <a:gd name="connsiteY23" fmla="*/ 0 h 456381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27250 w 746874"/>
                <a:gd name="connsiteY13" fmla="*/ 73774 h 441744"/>
                <a:gd name="connsiteX14" fmla="*/ 635184 w 746874"/>
                <a:gd name="connsiteY14" fmla="*/ 61925 h 441744"/>
                <a:gd name="connsiteX15" fmla="*/ 669598 w 746874"/>
                <a:gd name="connsiteY15" fmla="*/ 51219 h 441744"/>
                <a:gd name="connsiteX16" fmla="*/ 670617 w 746874"/>
                <a:gd name="connsiteY16" fmla="*/ 51219 h 441744"/>
                <a:gd name="connsiteX17" fmla="*/ 596998 w 746874"/>
                <a:gd name="connsiteY17" fmla="*/ 20910 h 441744"/>
                <a:gd name="connsiteX18" fmla="*/ 620194 w 746874"/>
                <a:gd name="connsiteY18" fmla="*/ 0 h 441744"/>
                <a:gd name="connsiteX19" fmla="*/ 630869 w 746874"/>
                <a:gd name="connsiteY19" fmla="*/ 20196 h 441744"/>
                <a:gd name="connsiteX20" fmla="*/ 616582 w 746874"/>
                <a:gd name="connsiteY20" fmla="*/ 51057 h 441744"/>
                <a:gd name="connsiteX21" fmla="*/ 610429 w 746874"/>
                <a:gd name="connsiteY21" fmla="*/ 50238 h 441744"/>
                <a:gd name="connsiteX22" fmla="*/ 596998 w 746874"/>
                <a:gd name="connsiteY22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27250 w 746874"/>
                <a:gd name="connsiteY13" fmla="*/ 73774 h 441744"/>
                <a:gd name="connsiteX14" fmla="*/ 669598 w 746874"/>
                <a:gd name="connsiteY14" fmla="*/ 51219 h 441744"/>
                <a:gd name="connsiteX15" fmla="*/ 670617 w 746874"/>
                <a:gd name="connsiteY15" fmla="*/ 51219 h 441744"/>
                <a:gd name="connsiteX16" fmla="*/ 596998 w 746874"/>
                <a:gd name="connsiteY16" fmla="*/ 20910 h 441744"/>
                <a:gd name="connsiteX17" fmla="*/ 620194 w 746874"/>
                <a:gd name="connsiteY17" fmla="*/ 0 h 441744"/>
                <a:gd name="connsiteX18" fmla="*/ 630869 w 746874"/>
                <a:gd name="connsiteY18" fmla="*/ 20196 h 441744"/>
                <a:gd name="connsiteX19" fmla="*/ 616582 w 746874"/>
                <a:gd name="connsiteY19" fmla="*/ 51057 h 441744"/>
                <a:gd name="connsiteX20" fmla="*/ 610429 w 746874"/>
                <a:gd name="connsiteY20" fmla="*/ 50238 h 441744"/>
                <a:gd name="connsiteX21" fmla="*/ 596998 w 746874"/>
                <a:gd name="connsiteY21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70617 w 746874"/>
                <a:gd name="connsiteY11" fmla="*/ 51219 h 441744"/>
                <a:gd name="connsiteX12" fmla="*/ 626812 w 746874"/>
                <a:gd name="connsiteY12" fmla="*/ 98225 h 441744"/>
                <a:gd name="connsiteX13" fmla="*/ 669598 w 746874"/>
                <a:gd name="connsiteY13" fmla="*/ 51219 h 441744"/>
                <a:gd name="connsiteX14" fmla="*/ 670617 w 746874"/>
                <a:gd name="connsiteY14" fmla="*/ 51219 h 441744"/>
                <a:gd name="connsiteX15" fmla="*/ 596998 w 746874"/>
                <a:gd name="connsiteY15" fmla="*/ 20910 h 441744"/>
                <a:gd name="connsiteX16" fmla="*/ 620194 w 746874"/>
                <a:gd name="connsiteY16" fmla="*/ 0 h 441744"/>
                <a:gd name="connsiteX17" fmla="*/ 630869 w 746874"/>
                <a:gd name="connsiteY17" fmla="*/ 20196 h 441744"/>
                <a:gd name="connsiteX18" fmla="*/ 616582 w 746874"/>
                <a:gd name="connsiteY18" fmla="*/ 51057 h 441744"/>
                <a:gd name="connsiteX19" fmla="*/ 610429 w 746874"/>
                <a:gd name="connsiteY19" fmla="*/ 50238 h 441744"/>
                <a:gd name="connsiteX20" fmla="*/ 596998 w 746874"/>
                <a:gd name="connsiteY20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669598 w 746874"/>
                <a:gd name="connsiteY11" fmla="*/ 51219 h 441744"/>
                <a:gd name="connsiteX12" fmla="*/ 626812 w 746874"/>
                <a:gd name="connsiteY12" fmla="*/ 98225 h 441744"/>
                <a:gd name="connsiteX13" fmla="*/ 669598 w 746874"/>
                <a:gd name="connsiteY13" fmla="*/ 51219 h 441744"/>
                <a:gd name="connsiteX14" fmla="*/ 596998 w 746874"/>
                <a:gd name="connsiteY14" fmla="*/ 20910 h 441744"/>
                <a:gd name="connsiteX15" fmla="*/ 620194 w 746874"/>
                <a:gd name="connsiteY15" fmla="*/ 0 h 441744"/>
                <a:gd name="connsiteX16" fmla="*/ 630869 w 746874"/>
                <a:gd name="connsiteY16" fmla="*/ 20196 h 441744"/>
                <a:gd name="connsiteX17" fmla="*/ 616582 w 746874"/>
                <a:gd name="connsiteY17" fmla="*/ 51057 h 441744"/>
                <a:gd name="connsiteX18" fmla="*/ 610429 w 746874"/>
                <a:gd name="connsiteY18" fmla="*/ 50238 h 441744"/>
                <a:gd name="connsiteX19" fmla="*/ 596998 w 746874"/>
                <a:gd name="connsiteY19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596998 w 746874"/>
                <a:gd name="connsiteY11" fmla="*/ 20910 h 441744"/>
                <a:gd name="connsiteX12" fmla="*/ 620194 w 746874"/>
                <a:gd name="connsiteY12" fmla="*/ 0 h 441744"/>
                <a:gd name="connsiteX13" fmla="*/ 630869 w 746874"/>
                <a:gd name="connsiteY13" fmla="*/ 20196 h 441744"/>
                <a:gd name="connsiteX14" fmla="*/ 616582 w 746874"/>
                <a:gd name="connsiteY14" fmla="*/ 51057 h 441744"/>
                <a:gd name="connsiteX15" fmla="*/ 610429 w 746874"/>
                <a:gd name="connsiteY15" fmla="*/ 50238 h 441744"/>
                <a:gd name="connsiteX16" fmla="*/ 596998 w 746874"/>
                <a:gd name="connsiteY16" fmla="*/ 20910 h 441744"/>
                <a:gd name="connsiteX0" fmla="*/ 640137 w 746874"/>
                <a:gd name="connsiteY0" fmla="*/ 159804 h 441744"/>
                <a:gd name="connsiteX1" fmla="*/ 622992 w 746874"/>
                <a:gd name="connsiteY1" fmla="*/ 163404 h 441744"/>
                <a:gd name="connsiteX2" fmla="*/ 603895 w 746874"/>
                <a:gd name="connsiteY2" fmla="*/ 167824 h 441744"/>
                <a:gd name="connsiteX3" fmla="*/ 7725 w 746874"/>
                <a:gd name="connsiteY3" fmla="*/ 436162 h 441744"/>
                <a:gd name="connsiteX4" fmla="*/ 0 w 746874"/>
                <a:gd name="connsiteY4" fmla="*/ 441744 h 441744"/>
                <a:gd name="connsiteX5" fmla="*/ 33204 w 746874"/>
                <a:gd name="connsiteY5" fmla="*/ 441744 h 441744"/>
                <a:gd name="connsiteX6" fmla="*/ 625031 w 746874"/>
                <a:gd name="connsiteY6" fmla="*/ 182464 h 441744"/>
                <a:gd name="connsiteX7" fmla="*/ 644081 w 746874"/>
                <a:gd name="connsiteY7" fmla="*/ 178463 h 441744"/>
                <a:gd name="connsiteX8" fmla="*/ 746874 w 746874"/>
                <a:gd name="connsiteY8" fmla="*/ 160366 h 441744"/>
                <a:gd name="connsiteX9" fmla="*/ 746874 w 746874"/>
                <a:gd name="connsiteY9" fmla="*/ 141125 h 441744"/>
                <a:gd name="connsiteX10" fmla="*/ 640137 w 746874"/>
                <a:gd name="connsiteY10" fmla="*/ 159804 h 441744"/>
                <a:gd name="connsiteX11" fmla="*/ 596998 w 746874"/>
                <a:gd name="connsiteY11" fmla="*/ 20910 h 441744"/>
                <a:gd name="connsiteX12" fmla="*/ 620194 w 746874"/>
                <a:gd name="connsiteY12" fmla="*/ 0 h 441744"/>
                <a:gd name="connsiteX13" fmla="*/ 616582 w 746874"/>
                <a:gd name="connsiteY13" fmla="*/ 51057 h 441744"/>
                <a:gd name="connsiteX14" fmla="*/ 610429 w 746874"/>
                <a:gd name="connsiteY14" fmla="*/ 50238 h 441744"/>
                <a:gd name="connsiteX15" fmla="*/ 596998 w 746874"/>
                <a:gd name="connsiteY15" fmla="*/ 20910 h 441744"/>
                <a:gd name="connsiteX0" fmla="*/ 640137 w 746874"/>
                <a:gd name="connsiteY0" fmla="*/ 138894 h 420834"/>
                <a:gd name="connsiteX1" fmla="*/ 622992 w 746874"/>
                <a:gd name="connsiteY1" fmla="*/ 142494 h 420834"/>
                <a:gd name="connsiteX2" fmla="*/ 603895 w 746874"/>
                <a:gd name="connsiteY2" fmla="*/ 146914 h 420834"/>
                <a:gd name="connsiteX3" fmla="*/ 7725 w 746874"/>
                <a:gd name="connsiteY3" fmla="*/ 415252 h 420834"/>
                <a:gd name="connsiteX4" fmla="*/ 0 w 746874"/>
                <a:gd name="connsiteY4" fmla="*/ 420834 h 420834"/>
                <a:gd name="connsiteX5" fmla="*/ 33204 w 746874"/>
                <a:gd name="connsiteY5" fmla="*/ 420834 h 420834"/>
                <a:gd name="connsiteX6" fmla="*/ 625031 w 746874"/>
                <a:gd name="connsiteY6" fmla="*/ 161554 h 420834"/>
                <a:gd name="connsiteX7" fmla="*/ 644081 w 746874"/>
                <a:gd name="connsiteY7" fmla="*/ 157553 h 420834"/>
                <a:gd name="connsiteX8" fmla="*/ 746874 w 746874"/>
                <a:gd name="connsiteY8" fmla="*/ 139456 h 420834"/>
                <a:gd name="connsiteX9" fmla="*/ 746874 w 746874"/>
                <a:gd name="connsiteY9" fmla="*/ 120215 h 420834"/>
                <a:gd name="connsiteX10" fmla="*/ 640137 w 746874"/>
                <a:gd name="connsiteY10" fmla="*/ 138894 h 420834"/>
                <a:gd name="connsiteX11" fmla="*/ 596998 w 746874"/>
                <a:gd name="connsiteY11" fmla="*/ 0 h 420834"/>
                <a:gd name="connsiteX12" fmla="*/ 616582 w 746874"/>
                <a:gd name="connsiteY12" fmla="*/ 30147 h 420834"/>
                <a:gd name="connsiteX13" fmla="*/ 610429 w 746874"/>
                <a:gd name="connsiteY13" fmla="*/ 29328 h 420834"/>
                <a:gd name="connsiteX14" fmla="*/ 596998 w 746874"/>
                <a:gd name="connsiteY14" fmla="*/ 0 h 420834"/>
                <a:gd name="connsiteX0" fmla="*/ 640137 w 746874"/>
                <a:gd name="connsiteY0" fmla="*/ 109566 h 391506"/>
                <a:gd name="connsiteX1" fmla="*/ 622992 w 746874"/>
                <a:gd name="connsiteY1" fmla="*/ 113166 h 391506"/>
                <a:gd name="connsiteX2" fmla="*/ 603895 w 746874"/>
                <a:gd name="connsiteY2" fmla="*/ 117586 h 391506"/>
                <a:gd name="connsiteX3" fmla="*/ 7725 w 746874"/>
                <a:gd name="connsiteY3" fmla="*/ 385924 h 391506"/>
                <a:gd name="connsiteX4" fmla="*/ 0 w 746874"/>
                <a:gd name="connsiteY4" fmla="*/ 391506 h 391506"/>
                <a:gd name="connsiteX5" fmla="*/ 33204 w 746874"/>
                <a:gd name="connsiteY5" fmla="*/ 391506 h 391506"/>
                <a:gd name="connsiteX6" fmla="*/ 625031 w 746874"/>
                <a:gd name="connsiteY6" fmla="*/ 132226 h 391506"/>
                <a:gd name="connsiteX7" fmla="*/ 644081 w 746874"/>
                <a:gd name="connsiteY7" fmla="*/ 128225 h 391506"/>
                <a:gd name="connsiteX8" fmla="*/ 746874 w 746874"/>
                <a:gd name="connsiteY8" fmla="*/ 110128 h 391506"/>
                <a:gd name="connsiteX9" fmla="*/ 746874 w 746874"/>
                <a:gd name="connsiteY9" fmla="*/ 90887 h 391506"/>
                <a:gd name="connsiteX10" fmla="*/ 640137 w 746874"/>
                <a:gd name="connsiteY10" fmla="*/ 109566 h 391506"/>
                <a:gd name="connsiteX11" fmla="*/ 610429 w 746874"/>
                <a:gd name="connsiteY11" fmla="*/ 0 h 391506"/>
                <a:gd name="connsiteX12" fmla="*/ 616582 w 746874"/>
                <a:gd name="connsiteY12" fmla="*/ 819 h 391506"/>
                <a:gd name="connsiteX13" fmla="*/ 610429 w 746874"/>
                <a:gd name="connsiteY13" fmla="*/ 0 h 391506"/>
                <a:gd name="connsiteX0" fmla="*/ 640137 w 746874"/>
                <a:gd name="connsiteY0" fmla="*/ 18679 h 300619"/>
                <a:gd name="connsiteX1" fmla="*/ 622992 w 746874"/>
                <a:gd name="connsiteY1" fmla="*/ 22279 h 300619"/>
                <a:gd name="connsiteX2" fmla="*/ 603895 w 746874"/>
                <a:gd name="connsiteY2" fmla="*/ 26699 h 300619"/>
                <a:gd name="connsiteX3" fmla="*/ 7725 w 746874"/>
                <a:gd name="connsiteY3" fmla="*/ 295037 h 300619"/>
                <a:gd name="connsiteX4" fmla="*/ 0 w 746874"/>
                <a:gd name="connsiteY4" fmla="*/ 300619 h 300619"/>
                <a:gd name="connsiteX5" fmla="*/ 33204 w 746874"/>
                <a:gd name="connsiteY5" fmla="*/ 300619 h 300619"/>
                <a:gd name="connsiteX6" fmla="*/ 625031 w 746874"/>
                <a:gd name="connsiteY6" fmla="*/ 41339 h 300619"/>
                <a:gd name="connsiteX7" fmla="*/ 644081 w 746874"/>
                <a:gd name="connsiteY7" fmla="*/ 37338 h 300619"/>
                <a:gd name="connsiteX8" fmla="*/ 746874 w 746874"/>
                <a:gd name="connsiteY8" fmla="*/ 19241 h 300619"/>
                <a:gd name="connsiteX9" fmla="*/ 746874 w 746874"/>
                <a:gd name="connsiteY9" fmla="*/ 0 h 300619"/>
                <a:gd name="connsiteX10" fmla="*/ 640137 w 746874"/>
                <a:gd name="connsiteY10" fmla="*/ 18679 h 30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6874" h="300619">
                  <a:moveTo>
                    <a:pt x="640137" y="18679"/>
                  </a:moveTo>
                  <a:lnTo>
                    <a:pt x="622992" y="22279"/>
                  </a:lnTo>
                  <a:lnTo>
                    <a:pt x="603895" y="26699"/>
                  </a:lnTo>
                  <a:cubicBezTo>
                    <a:pt x="389453" y="76055"/>
                    <a:pt x="186860" y="167242"/>
                    <a:pt x="7725" y="295037"/>
                  </a:cubicBezTo>
                  <a:lnTo>
                    <a:pt x="0" y="300619"/>
                  </a:lnTo>
                  <a:lnTo>
                    <a:pt x="33204" y="300619"/>
                  </a:lnTo>
                  <a:cubicBezTo>
                    <a:pt x="211507" y="176110"/>
                    <a:pt x="412623" y="88002"/>
                    <a:pt x="625031" y="41339"/>
                  </a:cubicBezTo>
                  <a:lnTo>
                    <a:pt x="644081" y="37338"/>
                  </a:lnTo>
                  <a:cubicBezTo>
                    <a:pt x="679323" y="30004"/>
                    <a:pt x="713765" y="24003"/>
                    <a:pt x="746874" y="19241"/>
                  </a:cubicBezTo>
                  <a:lnTo>
                    <a:pt x="746874" y="0"/>
                  </a:lnTo>
                  <a:cubicBezTo>
                    <a:pt x="712527" y="4849"/>
                    <a:pt x="676770" y="11059"/>
                    <a:pt x="640137" y="1867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1C94FE9-4060-D497-ADCD-71BF249DB770}"/>
                </a:ext>
              </a:extLst>
            </p:cNvPr>
            <p:cNvSpPr/>
            <p:nvPr/>
          </p:nvSpPr>
          <p:spPr>
            <a:xfrm>
              <a:off x="2389950" y="509780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E413B89-ED08-0F94-5745-ABA4D72C423F}"/>
                </a:ext>
              </a:extLst>
            </p:cNvPr>
            <p:cNvSpPr/>
            <p:nvPr/>
          </p:nvSpPr>
          <p:spPr>
            <a:xfrm>
              <a:off x="2439480" y="515535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355AF7A-0399-864C-739E-A3242F1829CA}"/>
                </a:ext>
              </a:extLst>
            </p:cNvPr>
            <p:cNvSpPr/>
            <p:nvPr/>
          </p:nvSpPr>
          <p:spPr>
            <a:xfrm>
              <a:off x="2485200" y="509780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601973A-D6B4-BEDF-CB53-5B08B2D7FDCE}"/>
                </a:ext>
              </a:extLst>
            </p:cNvPr>
            <p:cNvSpPr/>
            <p:nvPr/>
          </p:nvSpPr>
          <p:spPr>
            <a:xfrm>
              <a:off x="2437003" y="508835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B7FACCA-67E8-1C94-2DDE-DA718D92182C}"/>
                </a:ext>
              </a:extLst>
            </p:cNvPr>
            <p:cNvSpPr/>
            <p:nvPr/>
          </p:nvSpPr>
          <p:spPr>
            <a:xfrm>
              <a:off x="2486533" y="514591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23CA951-F788-9D23-2DD1-9FA5AD45D697}"/>
                </a:ext>
              </a:extLst>
            </p:cNvPr>
            <p:cNvSpPr/>
            <p:nvPr/>
          </p:nvSpPr>
          <p:spPr>
            <a:xfrm>
              <a:off x="2532253" y="508835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81F5A56-AC2F-99BB-02AB-B6AD3BE629D6}"/>
                </a:ext>
              </a:extLst>
            </p:cNvPr>
            <p:cNvSpPr/>
            <p:nvPr/>
          </p:nvSpPr>
          <p:spPr>
            <a:xfrm>
              <a:off x="2561970" y="5052848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8EC68A1-9504-F0CB-A2B2-B5231110F061}"/>
                </a:ext>
              </a:extLst>
            </p:cNvPr>
            <p:cNvSpPr/>
            <p:nvPr/>
          </p:nvSpPr>
          <p:spPr>
            <a:xfrm>
              <a:off x="2611500" y="511040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A7F6699-CD4F-619E-8821-F13F14196693}"/>
                </a:ext>
              </a:extLst>
            </p:cNvPr>
            <p:cNvSpPr/>
            <p:nvPr/>
          </p:nvSpPr>
          <p:spPr>
            <a:xfrm>
              <a:off x="2657220" y="5052848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620FF5A-9920-4949-2B42-A500C525D584}"/>
                </a:ext>
              </a:extLst>
            </p:cNvPr>
            <p:cNvSpPr/>
            <p:nvPr/>
          </p:nvSpPr>
          <p:spPr>
            <a:xfrm>
              <a:off x="2569380" y="513569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625B256-AD62-86B2-CB68-ECF716E8E46C}"/>
                </a:ext>
              </a:extLst>
            </p:cNvPr>
            <p:cNvSpPr/>
            <p:nvPr/>
          </p:nvSpPr>
          <p:spPr>
            <a:xfrm>
              <a:off x="2618910" y="519325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BBC2808-AD3A-B1BD-1BAA-B4D7D886B89B}"/>
                </a:ext>
              </a:extLst>
            </p:cNvPr>
            <p:cNvSpPr/>
            <p:nvPr/>
          </p:nvSpPr>
          <p:spPr>
            <a:xfrm>
              <a:off x="2664630" y="513569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B217F1-BA54-0865-B3B0-C5C04D8C4CBC}"/>
                </a:ext>
              </a:extLst>
            </p:cNvPr>
            <p:cNvSpPr/>
            <p:nvPr/>
          </p:nvSpPr>
          <p:spPr>
            <a:xfrm>
              <a:off x="2686965" y="508258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790B507-BDE9-43A0-3938-AEDE8AD3F76F}"/>
                </a:ext>
              </a:extLst>
            </p:cNvPr>
            <p:cNvSpPr/>
            <p:nvPr/>
          </p:nvSpPr>
          <p:spPr>
            <a:xfrm>
              <a:off x="2736495" y="514014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4EB01A2-6C9B-CEE8-6C9C-73A051DCA5A4}"/>
                </a:ext>
              </a:extLst>
            </p:cNvPr>
            <p:cNvSpPr/>
            <p:nvPr/>
          </p:nvSpPr>
          <p:spPr>
            <a:xfrm>
              <a:off x="2782215" y="508258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E00D771-E6C7-5757-1197-21CC703966B7}"/>
                </a:ext>
              </a:extLst>
            </p:cNvPr>
            <p:cNvSpPr/>
            <p:nvPr/>
          </p:nvSpPr>
          <p:spPr>
            <a:xfrm>
              <a:off x="2699205" y="503755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1A20C72-4D9A-013F-18EF-4261C4A747C8}"/>
                </a:ext>
              </a:extLst>
            </p:cNvPr>
            <p:cNvSpPr/>
            <p:nvPr/>
          </p:nvSpPr>
          <p:spPr>
            <a:xfrm>
              <a:off x="2748735" y="509511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D80940-CAD7-239F-E747-63D3A7EB50A3}"/>
                </a:ext>
              </a:extLst>
            </p:cNvPr>
            <p:cNvSpPr/>
            <p:nvPr/>
          </p:nvSpPr>
          <p:spPr>
            <a:xfrm>
              <a:off x="2794455" y="503755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36F2720-C7E5-2E8E-AF83-FD4F25DB8A36}"/>
                </a:ext>
              </a:extLst>
            </p:cNvPr>
            <p:cNvSpPr/>
            <p:nvPr/>
          </p:nvSpPr>
          <p:spPr>
            <a:xfrm>
              <a:off x="2780055" y="516718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AE19902-AA05-399D-573B-75A5C1B28D3E}"/>
                </a:ext>
              </a:extLst>
            </p:cNvPr>
            <p:cNvSpPr/>
            <p:nvPr/>
          </p:nvSpPr>
          <p:spPr>
            <a:xfrm>
              <a:off x="2829585" y="5224742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DF86AD0-1841-1C4B-9F5A-1619B5FAAB57}"/>
                </a:ext>
              </a:extLst>
            </p:cNvPr>
            <p:cNvSpPr/>
            <p:nvPr/>
          </p:nvSpPr>
          <p:spPr>
            <a:xfrm>
              <a:off x="2875305" y="516718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8103BE18-4EDB-4CF6-2459-2AB88A542B85}"/>
                </a:ext>
              </a:extLst>
            </p:cNvPr>
            <p:cNvSpPr/>
            <p:nvPr/>
          </p:nvSpPr>
          <p:spPr>
            <a:xfrm>
              <a:off x="2783834" y="511681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D9A2B79-5F33-F24A-E026-05A6A67F5E14}"/>
                </a:ext>
              </a:extLst>
            </p:cNvPr>
            <p:cNvSpPr/>
            <p:nvPr/>
          </p:nvSpPr>
          <p:spPr>
            <a:xfrm>
              <a:off x="2833364" y="517436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F4E539C-DC3E-BA2E-3C45-FCB408112419}"/>
                </a:ext>
              </a:extLst>
            </p:cNvPr>
            <p:cNvSpPr/>
            <p:nvPr/>
          </p:nvSpPr>
          <p:spPr>
            <a:xfrm>
              <a:off x="2879084" y="511681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B2841CC-0A35-EC88-A0FB-6A8154DBA596}"/>
                </a:ext>
              </a:extLst>
            </p:cNvPr>
            <p:cNvSpPr/>
            <p:nvPr/>
          </p:nvSpPr>
          <p:spPr>
            <a:xfrm>
              <a:off x="2902785" y="502204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74ADEFF-2A61-BA0E-191C-1E729AE75437}"/>
                </a:ext>
              </a:extLst>
            </p:cNvPr>
            <p:cNvSpPr/>
            <p:nvPr/>
          </p:nvSpPr>
          <p:spPr>
            <a:xfrm>
              <a:off x="2952315" y="507960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2732D37-D675-9ED8-B30F-24C4CC5A1009}"/>
                </a:ext>
              </a:extLst>
            </p:cNvPr>
            <p:cNvSpPr/>
            <p:nvPr/>
          </p:nvSpPr>
          <p:spPr>
            <a:xfrm>
              <a:off x="2998035" y="502204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9A38184-C2DA-6E6A-B409-605B23233E54}"/>
                </a:ext>
              </a:extLst>
            </p:cNvPr>
            <p:cNvSpPr/>
            <p:nvPr/>
          </p:nvSpPr>
          <p:spPr>
            <a:xfrm>
              <a:off x="2928149" y="513495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527C7AC-0C1B-A222-7388-8B75868DBC8D}"/>
                </a:ext>
              </a:extLst>
            </p:cNvPr>
            <p:cNvSpPr/>
            <p:nvPr/>
          </p:nvSpPr>
          <p:spPr>
            <a:xfrm>
              <a:off x="2977679" y="519251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E41B7E1-1CB3-D2AD-F599-9F72DFAAF657}"/>
                </a:ext>
              </a:extLst>
            </p:cNvPr>
            <p:cNvSpPr/>
            <p:nvPr/>
          </p:nvSpPr>
          <p:spPr>
            <a:xfrm>
              <a:off x="3023399" y="513495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43840C4-EA75-FAF0-4BD4-5699D24A9E0E}"/>
                </a:ext>
              </a:extLst>
            </p:cNvPr>
            <p:cNvSpPr/>
            <p:nvPr/>
          </p:nvSpPr>
          <p:spPr>
            <a:xfrm>
              <a:off x="2849632" y="5028552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905E02E-30D5-759E-2012-66880F33DC0F}"/>
                </a:ext>
              </a:extLst>
            </p:cNvPr>
            <p:cNvSpPr/>
            <p:nvPr/>
          </p:nvSpPr>
          <p:spPr>
            <a:xfrm>
              <a:off x="2899162" y="5086110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DAC28B8-2969-FC75-9742-043FCBF47119}"/>
                </a:ext>
              </a:extLst>
            </p:cNvPr>
            <p:cNvSpPr/>
            <p:nvPr/>
          </p:nvSpPr>
          <p:spPr>
            <a:xfrm>
              <a:off x="2944882" y="5028552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5838E01-3BA1-F280-73C5-F44D0083D1EF}"/>
                </a:ext>
              </a:extLst>
            </p:cNvPr>
            <p:cNvSpPr/>
            <p:nvPr/>
          </p:nvSpPr>
          <p:spPr>
            <a:xfrm>
              <a:off x="3007396" y="510680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EB203E9-D6E9-BE32-9D36-846CA5FEE434}"/>
                </a:ext>
              </a:extLst>
            </p:cNvPr>
            <p:cNvSpPr/>
            <p:nvPr/>
          </p:nvSpPr>
          <p:spPr>
            <a:xfrm>
              <a:off x="3056926" y="516436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C289B56-7DBB-9144-331E-CC77EEBB14FD}"/>
                </a:ext>
              </a:extLst>
            </p:cNvPr>
            <p:cNvSpPr/>
            <p:nvPr/>
          </p:nvSpPr>
          <p:spPr>
            <a:xfrm>
              <a:off x="3102646" y="510680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8D99CEF-A0F3-4AC9-7DCC-71DACD321187}"/>
                </a:ext>
              </a:extLst>
            </p:cNvPr>
            <p:cNvSpPr/>
            <p:nvPr/>
          </p:nvSpPr>
          <p:spPr>
            <a:xfrm>
              <a:off x="3031298" y="501757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2B7E5B0-1EAE-F87B-1896-194E71E66983}"/>
                </a:ext>
              </a:extLst>
            </p:cNvPr>
            <p:cNvSpPr/>
            <p:nvPr/>
          </p:nvSpPr>
          <p:spPr>
            <a:xfrm>
              <a:off x="3080828" y="507513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583527F-31AD-3739-DAAB-33C1EF79FBD9}"/>
                </a:ext>
              </a:extLst>
            </p:cNvPr>
            <p:cNvSpPr/>
            <p:nvPr/>
          </p:nvSpPr>
          <p:spPr>
            <a:xfrm>
              <a:off x="3126548" y="501757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926F86D2-BA58-B2BC-45D4-E97AE2723DF9}"/>
                </a:ext>
              </a:extLst>
            </p:cNvPr>
            <p:cNvSpPr/>
            <p:nvPr/>
          </p:nvSpPr>
          <p:spPr>
            <a:xfrm>
              <a:off x="3115695" y="516718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DC1936A-23AB-2527-25C1-AE8D9DCA4DE0}"/>
                </a:ext>
              </a:extLst>
            </p:cNvPr>
            <p:cNvSpPr/>
            <p:nvPr/>
          </p:nvSpPr>
          <p:spPr>
            <a:xfrm>
              <a:off x="3165225" y="5224742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21239A5-DF52-F420-CB0C-5C0EB93E1E74}"/>
                </a:ext>
              </a:extLst>
            </p:cNvPr>
            <p:cNvSpPr/>
            <p:nvPr/>
          </p:nvSpPr>
          <p:spPr>
            <a:xfrm>
              <a:off x="3210945" y="516718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83D768F-5E30-1AAA-E4BB-84B9F8C00239}"/>
                </a:ext>
              </a:extLst>
            </p:cNvPr>
            <p:cNvSpPr/>
            <p:nvPr/>
          </p:nvSpPr>
          <p:spPr>
            <a:xfrm>
              <a:off x="3164760" y="514771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378EA48-9F32-3143-9F4E-4EBEB0785F03}"/>
                </a:ext>
              </a:extLst>
            </p:cNvPr>
            <p:cNvSpPr/>
            <p:nvPr/>
          </p:nvSpPr>
          <p:spPr>
            <a:xfrm>
              <a:off x="3214290" y="520527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EC83DE1-512E-C194-490C-663030667269}"/>
                </a:ext>
              </a:extLst>
            </p:cNvPr>
            <p:cNvSpPr/>
            <p:nvPr/>
          </p:nvSpPr>
          <p:spPr>
            <a:xfrm>
              <a:off x="3260010" y="514771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45F495C-40EB-C814-1E28-AA777F7DA654}"/>
                </a:ext>
              </a:extLst>
            </p:cNvPr>
            <p:cNvSpPr/>
            <p:nvPr/>
          </p:nvSpPr>
          <p:spPr>
            <a:xfrm>
              <a:off x="3148245" y="5044698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3F984FC-D42C-7B9C-04C3-8EA156F23112}"/>
                </a:ext>
              </a:extLst>
            </p:cNvPr>
            <p:cNvSpPr/>
            <p:nvPr/>
          </p:nvSpPr>
          <p:spPr>
            <a:xfrm>
              <a:off x="3197775" y="5102256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4549A3B-E730-9D1C-15F1-1CF2B2F5700B}"/>
                </a:ext>
              </a:extLst>
            </p:cNvPr>
            <p:cNvSpPr/>
            <p:nvPr/>
          </p:nvSpPr>
          <p:spPr>
            <a:xfrm>
              <a:off x="3243495" y="5044698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73539FA-377F-56DC-25E9-8851651DE59A}"/>
                </a:ext>
              </a:extLst>
            </p:cNvPr>
            <p:cNvSpPr/>
            <p:nvPr/>
          </p:nvSpPr>
          <p:spPr>
            <a:xfrm>
              <a:off x="3291264" y="507434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03A75CF-2048-86DE-7C5D-76489582D02E}"/>
                </a:ext>
              </a:extLst>
            </p:cNvPr>
            <p:cNvSpPr/>
            <p:nvPr/>
          </p:nvSpPr>
          <p:spPr>
            <a:xfrm>
              <a:off x="3340794" y="513190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3B43E911-0EA9-7D77-2184-19DF192FB3BC}"/>
                </a:ext>
              </a:extLst>
            </p:cNvPr>
            <p:cNvSpPr/>
            <p:nvPr/>
          </p:nvSpPr>
          <p:spPr>
            <a:xfrm>
              <a:off x="3386514" y="507434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5EDEEBD-BC59-3BBA-DD84-56A9E73891D6}"/>
                </a:ext>
              </a:extLst>
            </p:cNvPr>
            <p:cNvSpPr/>
            <p:nvPr/>
          </p:nvSpPr>
          <p:spPr>
            <a:xfrm>
              <a:off x="3342444" y="519251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EDD6F75-9BA0-7D94-1423-E903C3155B57}"/>
                </a:ext>
              </a:extLst>
            </p:cNvPr>
            <p:cNvSpPr/>
            <p:nvPr/>
          </p:nvSpPr>
          <p:spPr>
            <a:xfrm>
              <a:off x="3391974" y="5250072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7448E7D-F6E4-F011-89E6-7424378AE10F}"/>
                </a:ext>
              </a:extLst>
            </p:cNvPr>
            <p:cNvSpPr/>
            <p:nvPr/>
          </p:nvSpPr>
          <p:spPr>
            <a:xfrm>
              <a:off x="3437694" y="5192514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5974274-0626-62E4-CA65-F489238BD1B8}"/>
                </a:ext>
              </a:extLst>
            </p:cNvPr>
            <p:cNvSpPr/>
            <p:nvPr/>
          </p:nvSpPr>
          <p:spPr>
            <a:xfrm>
              <a:off x="3296760" y="502114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9EB0A0B-C64C-836D-8FDB-CC9561B846B1}"/>
                </a:ext>
              </a:extLst>
            </p:cNvPr>
            <p:cNvSpPr/>
            <p:nvPr/>
          </p:nvSpPr>
          <p:spPr>
            <a:xfrm>
              <a:off x="3346290" y="5078701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3ECA985-5F4A-9836-0AE2-DDA310570649}"/>
                </a:ext>
              </a:extLst>
            </p:cNvPr>
            <p:cNvSpPr/>
            <p:nvPr/>
          </p:nvSpPr>
          <p:spPr>
            <a:xfrm>
              <a:off x="3392010" y="5021143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45B95-F669-E834-5F48-9AEC2B58F0E6}"/>
                </a:ext>
              </a:extLst>
            </p:cNvPr>
            <p:cNvSpPr/>
            <p:nvPr/>
          </p:nvSpPr>
          <p:spPr>
            <a:xfrm>
              <a:off x="3293816" y="517436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0902907-5DBC-8FAF-6A3F-CBFDAD8C058F}"/>
                </a:ext>
              </a:extLst>
            </p:cNvPr>
            <p:cNvSpPr/>
            <p:nvPr/>
          </p:nvSpPr>
          <p:spPr>
            <a:xfrm>
              <a:off x="3343346" y="523192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BEFBAB6-AAE0-7FA7-76D4-8F4775CD906C}"/>
                </a:ext>
              </a:extLst>
            </p:cNvPr>
            <p:cNvSpPr/>
            <p:nvPr/>
          </p:nvSpPr>
          <p:spPr>
            <a:xfrm>
              <a:off x="3389066" y="5174369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959A90C-9A0A-584B-4D3B-5A602D090445}"/>
                </a:ext>
              </a:extLst>
            </p:cNvPr>
            <p:cNvSpPr/>
            <p:nvPr/>
          </p:nvSpPr>
          <p:spPr>
            <a:xfrm>
              <a:off x="3425640" y="509331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52B0579-E694-C169-45D9-19B3F98E0D53}"/>
                </a:ext>
              </a:extLst>
            </p:cNvPr>
            <p:cNvSpPr/>
            <p:nvPr/>
          </p:nvSpPr>
          <p:spPr>
            <a:xfrm>
              <a:off x="3475170" y="5150875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5981FC8-7E6D-482E-F8F4-9F7E6FBF3CD4}"/>
                </a:ext>
              </a:extLst>
            </p:cNvPr>
            <p:cNvSpPr/>
            <p:nvPr/>
          </p:nvSpPr>
          <p:spPr>
            <a:xfrm>
              <a:off x="3520890" y="5093317"/>
              <a:ext cx="3600" cy="3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D9E9AC4-1099-0A9E-0345-EFC6B5B1979C}"/>
                </a:ext>
              </a:extLst>
            </p:cNvPr>
            <p:cNvCxnSpPr>
              <a:stCxn id="128" idx="2"/>
              <a:endCxn id="48" idx="19"/>
            </p:cNvCxnSpPr>
            <p:nvPr/>
          </p:nvCxnSpPr>
          <p:spPr>
            <a:xfrm flipH="1">
              <a:off x="2362453" y="4866161"/>
              <a:ext cx="565696" cy="61376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2CD7A2C-1359-7C81-42F4-A2858A920938}"/>
                </a:ext>
              </a:extLst>
            </p:cNvPr>
            <p:cNvCxnSpPr>
              <a:cxnSpLocks/>
              <a:stCxn id="130" idx="2"/>
              <a:endCxn id="48" idx="16"/>
            </p:cNvCxnSpPr>
            <p:nvPr/>
          </p:nvCxnSpPr>
          <p:spPr>
            <a:xfrm flipH="1">
              <a:off x="2547711" y="4866161"/>
              <a:ext cx="551335" cy="61376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90BFDC0-9D90-1691-226E-69CC8BCADD93}"/>
                </a:ext>
              </a:extLst>
            </p:cNvPr>
            <p:cNvCxnSpPr>
              <a:cxnSpLocks/>
              <a:stCxn id="131" idx="2"/>
              <a:endCxn id="48" idx="15"/>
            </p:cNvCxnSpPr>
            <p:nvPr/>
          </p:nvCxnSpPr>
          <p:spPr>
            <a:xfrm flipH="1">
              <a:off x="2609463" y="4866161"/>
              <a:ext cx="577633" cy="62452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6772442-A7B5-2570-3AA2-F098599A9C22}"/>
                </a:ext>
              </a:extLst>
            </p:cNvPr>
            <p:cNvCxnSpPr>
              <a:cxnSpLocks/>
              <a:stCxn id="132" idx="1"/>
              <a:endCxn id="48" idx="14"/>
            </p:cNvCxnSpPr>
            <p:nvPr/>
          </p:nvCxnSpPr>
          <p:spPr>
            <a:xfrm flipH="1">
              <a:off x="2671216" y="4862561"/>
              <a:ext cx="596730" cy="61736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B688610-EB96-8B75-8E09-5AA275EA1598}"/>
                </a:ext>
              </a:extLst>
            </p:cNvPr>
            <p:cNvCxnSpPr>
              <a:cxnSpLocks/>
              <a:stCxn id="133" idx="2"/>
              <a:endCxn id="48" idx="12"/>
            </p:cNvCxnSpPr>
            <p:nvPr/>
          </p:nvCxnSpPr>
          <p:spPr>
            <a:xfrm flipH="1">
              <a:off x="2763844" y="4864871"/>
              <a:ext cx="587846" cy="60051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524A89F-A286-ABD1-C992-BE259BAD4109}"/>
                </a:ext>
              </a:extLst>
            </p:cNvPr>
            <p:cNvCxnSpPr>
              <a:cxnSpLocks/>
              <a:stCxn id="134" idx="2"/>
              <a:endCxn id="48" idx="11"/>
            </p:cNvCxnSpPr>
            <p:nvPr/>
          </p:nvCxnSpPr>
          <p:spPr>
            <a:xfrm flipH="1">
              <a:off x="2856473" y="4866161"/>
              <a:ext cx="586621" cy="61376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3E55C82-9849-AB1A-DCA9-7A96D820298F}"/>
                </a:ext>
              </a:extLst>
            </p:cNvPr>
            <p:cNvCxnSpPr>
              <a:cxnSpLocks/>
              <a:stCxn id="129" idx="2"/>
              <a:endCxn id="48" idx="17"/>
            </p:cNvCxnSpPr>
            <p:nvPr/>
          </p:nvCxnSpPr>
          <p:spPr>
            <a:xfrm flipH="1">
              <a:off x="2455082" y="4866161"/>
              <a:ext cx="555914" cy="59922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7335347E-A8E1-CEFA-632B-EB49760C5BD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51693" y="4725827"/>
              <a:ext cx="295230" cy="252000"/>
              <a:chOff x="5407660" y="4390686"/>
              <a:chExt cx="533400" cy="455295"/>
            </a:xfrm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5DD0D73C-FEBB-E18B-6AD9-0EBE013833FB}"/>
                  </a:ext>
                </a:extLst>
              </p:cNvPr>
              <p:cNvSpPr/>
              <p:nvPr/>
            </p:nvSpPr>
            <p:spPr>
              <a:xfrm>
                <a:off x="5560060" y="4498318"/>
                <a:ext cx="60007" cy="161925"/>
              </a:xfrm>
              <a:custGeom>
                <a:avLst/>
                <a:gdLst>
                  <a:gd name="connsiteX0" fmla="*/ 33338 w 60007"/>
                  <a:gd name="connsiteY0" fmla="*/ 161925 h 161925"/>
                  <a:gd name="connsiteX1" fmla="*/ 60007 w 60007"/>
                  <a:gd name="connsiteY1" fmla="*/ 135255 h 161925"/>
                  <a:gd name="connsiteX2" fmla="*/ 38100 w 60007"/>
                  <a:gd name="connsiteY2" fmla="*/ 80963 h 161925"/>
                  <a:gd name="connsiteX3" fmla="*/ 60007 w 60007"/>
                  <a:gd name="connsiteY3" fmla="*/ 26670 h 161925"/>
                  <a:gd name="connsiteX4" fmla="*/ 33338 w 60007"/>
                  <a:gd name="connsiteY4" fmla="*/ 0 h 161925"/>
                  <a:gd name="connsiteX5" fmla="*/ 0 w 60007"/>
                  <a:gd name="connsiteY5" fmla="*/ 80963 h 161925"/>
                  <a:gd name="connsiteX6" fmla="*/ 33338 w 60007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07" h="161925">
                    <a:moveTo>
                      <a:pt x="33338" y="161925"/>
                    </a:moveTo>
                    <a:lnTo>
                      <a:pt x="60007" y="135255"/>
                    </a:lnTo>
                    <a:cubicBezTo>
                      <a:pt x="46673" y="120967"/>
                      <a:pt x="38100" y="101917"/>
                      <a:pt x="38100" y="80963"/>
                    </a:cubicBezTo>
                    <a:cubicBezTo>
                      <a:pt x="38100" y="60008"/>
                      <a:pt x="46673" y="40958"/>
                      <a:pt x="60007" y="26670"/>
                    </a:cubicBezTo>
                    <a:lnTo>
                      <a:pt x="33338" y="0"/>
                    </a:lnTo>
                    <a:cubicBezTo>
                      <a:pt x="12382" y="20955"/>
                      <a:pt x="0" y="49530"/>
                      <a:pt x="0" y="80963"/>
                    </a:cubicBezTo>
                    <a:cubicBezTo>
                      <a:pt x="0" y="112395"/>
                      <a:pt x="12382" y="140970"/>
                      <a:pt x="33338" y="1619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58BDFF4F-15A7-F2F2-DF58-75C2F3C8FD98}"/>
                  </a:ext>
                </a:extLst>
              </p:cNvPr>
              <p:cNvSpPr/>
              <p:nvPr/>
            </p:nvSpPr>
            <p:spPr>
              <a:xfrm>
                <a:off x="5483860" y="4444978"/>
                <a:ext cx="82867" cy="268605"/>
              </a:xfrm>
              <a:custGeom>
                <a:avLst/>
                <a:gdLst>
                  <a:gd name="connsiteX0" fmla="*/ 56198 w 82867"/>
                  <a:gd name="connsiteY0" fmla="*/ 268605 h 268605"/>
                  <a:gd name="connsiteX1" fmla="*/ 82868 w 82867"/>
                  <a:gd name="connsiteY1" fmla="*/ 241935 h 268605"/>
                  <a:gd name="connsiteX2" fmla="*/ 38100 w 82867"/>
                  <a:gd name="connsiteY2" fmla="*/ 134303 h 268605"/>
                  <a:gd name="connsiteX3" fmla="*/ 82868 w 82867"/>
                  <a:gd name="connsiteY3" fmla="*/ 26670 h 268605"/>
                  <a:gd name="connsiteX4" fmla="*/ 56198 w 82867"/>
                  <a:gd name="connsiteY4" fmla="*/ 0 h 268605"/>
                  <a:gd name="connsiteX5" fmla="*/ 0 w 82867"/>
                  <a:gd name="connsiteY5" fmla="*/ 134303 h 268605"/>
                  <a:gd name="connsiteX6" fmla="*/ 56198 w 82867"/>
                  <a:gd name="connsiteY6" fmla="*/ 268605 h 268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867" h="268605">
                    <a:moveTo>
                      <a:pt x="56198" y="268605"/>
                    </a:moveTo>
                    <a:lnTo>
                      <a:pt x="82868" y="241935"/>
                    </a:lnTo>
                    <a:cubicBezTo>
                      <a:pt x="55245" y="214313"/>
                      <a:pt x="38100" y="176213"/>
                      <a:pt x="38100" y="134303"/>
                    </a:cubicBezTo>
                    <a:cubicBezTo>
                      <a:pt x="38100" y="92393"/>
                      <a:pt x="55245" y="54293"/>
                      <a:pt x="82868" y="26670"/>
                    </a:cubicBezTo>
                    <a:lnTo>
                      <a:pt x="56198" y="0"/>
                    </a:lnTo>
                    <a:cubicBezTo>
                      <a:pt x="20955" y="34290"/>
                      <a:pt x="0" y="81915"/>
                      <a:pt x="0" y="134303"/>
                    </a:cubicBezTo>
                    <a:cubicBezTo>
                      <a:pt x="0" y="186690"/>
                      <a:pt x="20955" y="234315"/>
                      <a:pt x="56198" y="26860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E656C948-765C-260E-F0E2-5C59F8257CFA}"/>
                  </a:ext>
                </a:extLst>
              </p:cNvPr>
              <p:cNvSpPr/>
              <p:nvPr/>
            </p:nvSpPr>
            <p:spPr>
              <a:xfrm>
                <a:off x="5407660" y="4390686"/>
                <a:ext cx="104775" cy="377190"/>
              </a:xfrm>
              <a:custGeom>
                <a:avLst/>
                <a:gdLst>
                  <a:gd name="connsiteX0" fmla="*/ 104775 w 104775"/>
                  <a:gd name="connsiteY0" fmla="*/ 350520 h 377190"/>
                  <a:gd name="connsiteX1" fmla="*/ 38100 w 104775"/>
                  <a:gd name="connsiteY1" fmla="*/ 188595 h 377190"/>
                  <a:gd name="connsiteX2" fmla="*/ 104775 w 104775"/>
                  <a:gd name="connsiteY2" fmla="*/ 26670 h 377190"/>
                  <a:gd name="connsiteX3" fmla="*/ 78105 w 104775"/>
                  <a:gd name="connsiteY3" fmla="*/ 0 h 377190"/>
                  <a:gd name="connsiteX4" fmla="*/ 0 w 104775"/>
                  <a:gd name="connsiteY4" fmla="*/ 188595 h 377190"/>
                  <a:gd name="connsiteX5" fmla="*/ 78105 w 104775"/>
                  <a:gd name="connsiteY5" fmla="*/ 377190 h 377190"/>
                  <a:gd name="connsiteX6" fmla="*/ 104775 w 104775"/>
                  <a:gd name="connsiteY6" fmla="*/ 350520 h 37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775" h="377190">
                    <a:moveTo>
                      <a:pt x="104775" y="350520"/>
                    </a:moveTo>
                    <a:cubicBezTo>
                      <a:pt x="63818" y="309562"/>
                      <a:pt x="38100" y="252412"/>
                      <a:pt x="38100" y="188595"/>
                    </a:cubicBezTo>
                    <a:cubicBezTo>
                      <a:pt x="38100" y="124778"/>
                      <a:pt x="63818" y="68580"/>
                      <a:pt x="104775" y="26670"/>
                    </a:cubicBezTo>
                    <a:lnTo>
                      <a:pt x="78105" y="0"/>
                    </a:lnTo>
                    <a:cubicBezTo>
                      <a:pt x="29528" y="48578"/>
                      <a:pt x="0" y="115253"/>
                      <a:pt x="0" y="188595"/>
                    </a:cubicBezTo>
                    <a:cubicBezTo>
                      <a:pt x="0" y="261937"/>
                      <a:pt x="29528" y="328612"/>
                      <a:pt x="78105" y="377190"/>
                    </a:cubicBezTo>
                    <a:lnTo>
                      <a:pt x="104775" y="35052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85814A3A-1397-9296-F73F-38E18C6714A4}"/>
                  </a:ext>
                </a:extLst>
              </p:cNvPr>
              <p:cNvSpPr/>
              <p:nvPr/>
            </p:nvSpPr>
            <p:spPr>
              <a:xfrm>
                <a:off x="5728652" y="4498318"/>
                <a:ext cx="60007" cy="161925"/>
              </a:xfrm>
              <a:custGeom>
                <a:avLst/>
                <a:gdLst>
                  <a:gd name="connsiteX0" fmla="*/ 26670 w 60007"/>
                  <a:gd name="connsiteY0" fmla="*/ 161925 h 161925"/>
                  <a:gd name="connsiteX1" fmla="*/ 60007 w 60007"/>
                  <a:gd name="connsiteY1" fmla="*/ 80963 h 161925"/>
                  <a:gd name="connsiteX2" fmla="*/ 26670 w 60007"/>
                  <a:gd name="connsiteY2" fmla="*/ 0 h 161925"/>
                  <a:gd name="connsiteX3" fmla="*/ 0 w 60007"/>
                  <a:gd name="connsiteY3" fmla="*/ 26670 h 161925"/>
                  <a:gd name="connsiteX4" fmla="*/ 21907 w 60007"/>
                  <a:gd name="connsiteY4" fmla="*/ 80963 h 161925"/>
                  <a:gd name="connsiteX5" fmla="*/ 0 w 60007"/>
                  <a:gd name="connsiteY5" fmla="*/ 135255 h 161925"/>
                  <a:gd name="connsiteX6" fmla="*/ 26670 w 60007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07" h="161925">
                    <a:moveTo>
                      <a:pt x="26670" y="161925"/>
                    </a:moveTo>
                    <a:cubicBezTo>
                      <a:pt x="47625" y="140970"/>
                      <a:pt x="60007" y="112395"/>
                      <a:pt x="60007" y="80963"/>
                    </a:cubicBezTo>
                    <a:cubicBezTo>
                      <a:pt x="60007" y="49530"/>
                      <a:pt x="47625" y="20955"/>
                      <a:pt x="26670" y="0"/>
                    </a:cubicBezTo>
                    <a:lnTo>
                      <a:pt x="0" y="26670"/>
                    </a:lnTo>
                    <a:cubicBezTo>
                      <a:pt x="13335" y="40005"/>
                      <a:pt x="21907" y="59055"/>
                      <a:pt x="21907" y="80963"/>
                    </a:cubicBezTo>
                    <a:cubicBezTo>
                      <a:pt x="21907" y="102870"/>
                      <a:pt x="13335" y="120967"/>
                      <a:pt x="0" y="135255"/>
                    </a:cubicBezTo>
                    <a:lnTo>
                      <a:pt x="26670" y="16192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84ECEDE-5D07-FD40-4685-A5FB8E77F6FF}"/>
                  </a:ext>
                </a:extLst>
              </p:cNvPr>
              <p:cNvSpPr/>
              <p:nvPr/>
            </p:nvSpPr>
            <p:spPr>
              <a:xfrm>
                <a:off x="5781992" y="4444978"/>
                <a:ext cx="82867" cy="268605"/>
              </a:xfrm>
              <a:custGeom>
                <a:avLst/>
                <a:gdLst>
                  <a:gd name="connsiteX0" fmla="*/ 0 w 82867"/>
                  <a:gd name="connsiteY0" fmla="*/ 241935 h 268605"/>
                  <a:gd name="connsiteX1" fmla="*/ 26670 w 82867"/>
                  <a:gd name="connsiteY1" fmla="*/ 268605 h 268605"/>
                  <a:gd name="connsiteX2" fmla="*/ 82868 w 82867"/>
                  <a:gd name="connsiteY2" fmla="*/ 134303 h 268605"/>
                  <a:gd name="connsiteX3" fmla="*/ 26670 w 82867"/>
                  <a:gd name="connsiteY3" fmla="*/ 0 h 268605"/>
                  <a:gd name="connsiteX4" fmla="*/ 0 w 82867"/>
                  <a:gd name="connsiteY4" fmla="*/ 26670 h 268605"/>
                  <a:gd name="connsiteX5" fmla="*/ 44768 w 82867"/>
                  <a:gd name="connsiteY5" fmla="*/ 134303 h 268605"/>
                  <a:gd name="connsiteX6" fmla="*/ 0 w 82867"/>
                  <a:gd name="connsiteY6" fmla="*/ 241935 h 268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867" h="268605">
                    <a:moveTo>
                      <a:pt x="0" y="241935"/>
                    </a:moveTo>
                    <a:lnTo>
                      <a:pt x="26670" y="268605"/>
                    </a:lnTo>
                    <a:cubicBezTo>
                      <a:pt x="61913" y="234315"/>
                      <a:pt x="82868" y="186690"/>
                      <a:pt x="82868" y="134303"/>
                    </a:cubicBezTo>
                    <a:cubicBezTo>
                      <a:pt x="82868" y="81915"/>
                      <a:pt x="61913" y="34290"/>
                      <a:pt x="26670" y="0"/>
                    </a:cubicBezTo>
                    <a:lnTo>
                      <a:pt x="0" y="26670"/>
                    </a:lnTo>
                    <a:cubicBezTo>
                      <a:pt x="27623" y="54293"/>
                      <a:pt x="44768" y="92393"/>
                      <a:pt x="44768" y="134303"/>
                    </a:cubicBezTo>
                    <a:cubicBezTo>
                      <a:pt x="44768" y="176213"/>
                      <a:pt x="27623" y="214313"/>
                      <a:pt x="0" y="2419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D96C41A8-3F29-43A1-47B5-A611A9964EDD}"/>
                  </a:ext>
                </a:extLst>
              </p:cNvPr>
              <p:cNvSpPr/>
              <p:nvPr/>
            </p:nvSpPr>
            <p:spPr>
              <a:xfrm>
                <a:off x="5836285" y="4390686"/>
                <a:ext cx="104775" cy="377190"/>
              </a:xfrm>
              <a:custGeom>
                <a:avLst/>
                <a:gdLst>
                  <a:gd name="connsiteX0" fmla="*/ 0 w 104775"/>
                  <a:gd name="connsiteY0" fmla="*/ 350520 h 377190"/>
                  <a:gd name="connsiteX1" fmla="*/ 26670 w 104775"/>
                  <a:gd name="connsiteY1" fmla="*/ 377190 h 377190"/>
                  <a:gd name="connsiteX2" fmla="*/ 104775 w 104775"/>
                  <a:gd name="connsiteY2" fmla="*/ 188595 h 377190"/>
                  <a:gd name="connsiteX3" fmla="*/ 26670 w 104775"/>
                  <a:gd name="connsiteY3" fmla="*/ 0 h 377190"/>
                  <a:gd name="connsiteX4" fmla="*/ 0 w 104775"/>
                  <a:gd name="connsiteY4" fmla="*/ 26670 h 377190"/>
                  <a:gd name="connsiteX5" fmla="*/ 66675 w 104775"/>
                  <a:gd name="connsiteY5" fmla="*/ 188595 h 377190"/>
                  <a:gd name="connsiteX6" fmla="*/ 0 w 104775"/>
                  <a:gd name="connsiteY6" fmla="*/ 350520 h 37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775" h="377190">
                    <a:moveTo>
                      <a:pt x="0" y="350520"/>
                    </a:moveTo>
                    <a:lnTo>
                      <a:pt x="26670" y="377190"/>
                    </a:lnTo>
                    <a:cubicBezTo>
                      <a:pt x="75248" y="328612"/>
                      <a:pt x="104775" y="261937"/>
                      <a:pt x="104775" y="188595"/>
                    </a:cubicBezTo>
                    <a:cubicBezTo>
                      <a:pt x="104775" y="115253"/>
                      <a:pt x="75248" y="48578"/>
                      <a:pt x="26670" y="0"/>
                    </a:cubicBezTo>
                    <a:lnTo>
                      <a:pt x="0" y="26670"/>
                    </a:lnTo>
                    <a:cubicBezTo>
                      <a:pt x="40958" y="67628"/>
                      <a:pt x="66675" y="124778"/>
                      <a:pt x="66675" y="188595"/>
                    </a:cubicBezTo>
                    <a:cubicBezTo>
                      <a:pt x="66675" y="252412"/>
                      <a:pt x="40958" y="308610"/>
                      <a:pt x="0" y="350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E6412C9-6465-971B-1D49-3201374DDB9C}"/>
                  </a:ext>
                </a:extLst>
              </p:cNvPr>
              <p:cNvSpPr/>
              <p:nvPr/>
            </p:nvSpPr>
            <p:spPr>
              <a:xfrm>
                <a:off x="5636259" y="4541181"/>
                <a:ext cx="76200" cy="304800"/>
              </a:xfrm>
              <a:custGeom>
                <a:avLst/>
                <a:gdLst>
                  <a:gd name="connsiteX0" fmla="*/ 571500 w 647700"/>
                  <a:gd name="connsiteY0" fmla="*/ 419100 h 495300"/>
                  <a:gd name="connsiteX1" fmla="*/ 552450 w 647700"/>
                  <a:gd name="connsiteY1" fmla="*/ 400050 h 495300"/>
                  <a:gd name="connsiteX2" fmla="*/ 571500 w 647700"/>
                  <a:gd name="connsiteY2" fmla="*/ 381000 h 495300"/>
                  <a:gd name="connsiteX3" fmla="*/ 590550 w 647700"/>
                  <a:gd name="connsiteY3" fmla="*/ 400050 h 495300"/>
                  <a:gd name="connsiteX4" fmla="*/ 571500 w 647700"/>
                  <a:gd name="connsiteY4" fmla="*/ 419100 h 495300"/>
                  <a:gd name="connsiteX5" fmla="*/ 476250 w 647700"/>
                  <a:gd name="connsiteY5" fmla="*/ 419100 h 495300"/>
                  <a:gd name="connsiteX6" fmla="*/ 457200 w 647700"/>
                  <a:gd name="connsiteY6" fmla="*/ 400050 h 495300"/>
                  <a:gd name="connsiteX7" fmla="*/ 476250 w 647700"/>
                  <a:gd name="connsiteY7" fmla="*/ 381000 h 495300"/>
                  <a:gd name="connsiteX8" fmla="*/ 495300 w 647700"/>
                  <a:gd name="connsiteY8" fmla="*/ 400050 h 495300"/>
                  <a:gd name="connsiteX9" fmla="*/ 476250 w 647700"/>
                  <a:gd name="connsiteY9" fmla="*/ 419100 h 495300"/>
                  <a:gd name="connsiteX10" fmla="*/ 381000 w 647700"/>
                  <a:gd name="connsiteY10" fmla="*/ 419100 h 495300"/>
                  <a:gd name="connsiteX11" fmla="*/ 361950 w 647700"/>
                  <a:gd name="connsiteY11" fmla="*/ 400050 h 495300"/>
                  <a:gd name="connsiteX12" fmla="*/ 381000 w 647700"/>
                  <a:gd name="connsiteY12" fmla="*/ 381000 h 495300"/>
                  <a:gd name="connsiteX13" fmla="*/ 400050 w 647700"/>
                  <a:gd name="connsiteY13" fmla="*/ 400050 h 495300"/>
                  <a:gd name="connsiteX14" fmla="*/ 381000 w 647700"/>
                  <a:gd name="connsiteY14" fmla="*/ 419100 h 495300"/>
                  <a:gd name="connsiteX15" fmla="*/ 285750 w 647700"/>
                  <a:gd name="connsiteY15" fmla="*/ 419100 h 495300"/>
                  <a:gd name="connsiteX16" fmla="*/ 266700 w 647700"/>
                  <a:gd name="connsiteY16" fmla="*/ 400050 h 495300"/>
                  <a:gd name="connsiteX17" fmla="*/ 285750 w 647700"/>
                  <a:gd name="connsiteY17" fmla="*/ 381000 h 495300"/>
                  <a:gd name="connsiteX18" fmla="*/ 304800 w 647700"/>
                  <a:gd name="connsiteY18" fmla="*/ 400050 h 495300"/>
                  <a:gd name="connsiteX19" fmla="*/ 285750 w 647700"/>
                  <a:gd name="connsiteY19" fmla="*/ 419100 h 495300"/>
                  <a:gd name="connsiteX20" fmla="*/ 95250 w 647700"/>
                  <a:gd name="connsiteY20" fmla="*/ 438150 h 495300"/>
                  <a:gd name="connsiteX21" fmla="*/ 57150 w 647700"/>
                  <a:gd name="connsiteY21" fmla="*/ 400050 h 495300"/>
                  <a:gd name="connsiteX22" fmla="*/ 95250 w 647700"/>
                  <a:gd name="connsiteY22" fmla="*/ 361950 h 495300"/>
                  <a:gd name="connsiteX23" fmla="*/ 133350 w 647700"/>
                  <a:gd name="connsiteY23" fmla="*/ 400050 h 495300"/>
                  <a:gd name="connsiteX24" fmla="*/ 95250 w 647700"/>
                  <a:gd name="connsiteY24" fmla="*/ 438150 h 495300"/>
                  <a:gd name="connsiteX25" fmla="*/ 609600 w 647700"/>
                  <a:gd name="connsiteY25" fmla="*/ 304800 h 495300"/>
                  <a:gd name="connsiteX26" fmla="*/ 342900 w 647700"/>
                  <a:gd name="connsiteY26" fmla="*/ 304800 h 495300"/>
                  <a:gd name="connsiteX27" fmla="*/ 342900 w 647700"/>
                  <a:gd name="connsiteY27" fmla="*/ 70485 h 495300"/>
                  <a:gd name="connsiteX28" fmla="*/ 361950 w 647700"/>
                  <a:gd name="connsiteY28" fmla="*/ 38100 h 495300"/>
                  <a:gd name="connsiteX29" fmla="*/ 323850 w 647700"/>
                  <a:gd name="connsiteY29" fmla="*/ 0 h 495300"/>
                  <a:gd name="connsiteX30" fmla="*/ 285750 w 647700"/>
                  <a:gd name="connsiteY30" fmla="*/ 38100 h 495300"/>
                  <a:gd name="connsiteX31" fmla="*/ 304800 w 647700"/>
                  <a:gd name="connsiteY31" fmla="*/ 70485 h 495300"/>
                  <a:gd name="connsiteX32" fmla="*/ 304800 w 647700"/>
                  <a:gd name="connsiteY32" fmla="*/ 304800 h 495300"/>
                  <a:gd name="connsiteX33" fmla="*/ 38100 w 647700"/>
                  <a:gd name="connsiteY33" fmla="*/ 304800 h 495300"/>
                  <a:gd name="connsiteX34" fmla="*/ 0 w 647700"/>
                  <a:gd name="connsiteY34" fmla="*/ 342900 h 495300"/>
                  <a:gd name="connsiteX35" fmla="*/ 0 w 647700"/>
                  <a:gd name="connsiteY35" fmla="*/ 457200 h 495300"/>
                  <a:gd name="connsiteX36" fmla="*/ 38100 w 647700"/>
                  <a:gd name="connsiteY36" fmla="*/ 495300 h 495300"/>
                  <a:gd name="connsiteX37" fmla="*/ 609600 w 647700"/>
                  <a:gd name="connsiteY37" fmla="*/ 495300 h 495300"/>
                  <a:gd name="connsiteX38" fmla="*/ 647700 w 647700"/>
                  <a:gd name="connsiteY38" fmla="*/ 457200 h 495300"/>
                  <a:gd name="connsiteX39" fmla="*/ 647700 w 647700"/>
                  <a:gd name="connsiteY39" fmla="*/ 342900 h 495300"/>
                  <a:gd name="connsiteX40" fmla="*/ 609600 w 647700"/>
                  <a:gd name="connsiteY40" fmla="*/ 304800 h 495300"/>
                  <a:gd name="connsiteX0" fmla="*/ 572911 w 649111"/>
                  <a:gd name="connsiteY0" fmla="*/ 419100 h 495300"/>
                  <a:gd name="connsiteX1" fmla="*/ 553861 w 649111"/>
                  <a:gd name="connsiteY1" fmla="*/ 400050 h 495300"/>
                  <a:gd name="connsiteX2" fmla="*/ 572911 w 649111"/>
                  <a:gd name="connsiteY2" fmla="*/ 381000 h 495300"/>
                  <a:gd name="connsiteX3" fmla="*/ 591961 w 649111"/>
                  <a:gd name="connsiteY3" fmla="*/ 400050 h 495300"/>
                  <a:gd name="connsiteX4" fmla="*/ 572911 w 649111"/>
                  <a:gd name="connsiteY4" fmla="*/ 419100 h 495300"/>
                  <a:gd name="connsiteX5" fmla="*/ 477661 w 649111"/>
                  <a:gd name="connsiteY5" fmla="*/ 419100 h 495300"/>
                  <a:gd name="connsiteX6" fmla="*/ 458611 w 649111"/>
                  <a:gd name="connsiteY6" fmla="*/ 400050 h 495300"/>
                  <a:gd name="connsiteX7" fmla="*/ 477661 w 649111"/>
                  <a:gd name="connsiteY7" fmla="*/ 381000 h 495300"/>
                  <a:gd name="connsiteX8" fmla="*/ 496711 w 649111"/>
                  <a:gd name="connsiteY8" fmla="*/ 400050 h 495300"/>
                  <a:gd name="connsiteX9" fmla="*/ 477661 w 649111"/>
                  <a:gd name="connsiteY9" fmla="*/ 419100 h 495300"/>
                  <a:gd name="connsiteX10" fmla="*/ 382411 w 649111"/>
                  <a:gd name="connsiteY10" fmla="*/ 419100 h 495300"/>
                  <a:gd name="connsiteX11" fmla="*/ 363361 w 649111"/>
                  <a:gd name="connsiteY11" fmla="*/ 400050 h 495300"/>
                  <a:gd name="connsiteX12" fmla="*/ 382411 w 649111"/>
                  <a:gd name="connsiteY12" fmla="*/ 381000 h 495300"/>
                  <a:gd name="connsiteX13" fmla="*/ 401461 w 649111"/>
                  <a:gd name="connsiteY13" fmla="*/ 400050 h 495300"/>
                  <a:gd name="connsiteX14" fmla="*/ 382411 w 649111"/>
                  <a:gd name="connsiteY14" fmla="*/ 419100 h 495300"/>
                  <a:gd name="connsiteX15" fmla="*/ 287161 w 649111"/>
                  <a:gd name="connsiteY15" fmla="*/ 419100 h 495300"/>
                  <a:gd name="connsiteX16" fmla="*/ 268111 w 649111"/>
                  <a:gd name="connsiteY16" fmla="*/ 400050 h 495300"/>
                  <a:gd name="connsiteX17" fmla="*/ 287161 w 649111"/>
                  <a:gd name="connsiteY17" fmla="*/ 381000 h 495300"/>
                  <a:gd name="connsiteX18" fmla="*/ 306211 w 649111"/>
                  <a:gd name="connsiteY18" fmla="*/ 400050 h 495300"/>
                  <a:gd name="connsiteX19" fmla="*/ 287161 w 649111"/>
                  <a:gd name="connsiteY19" fmla="*/ 419100 h 495300"/>
                  <a:gd name="connsiteX20" fmla="*/ 96661 w 649111"/>
                  <a:gd name="connsiteY20" fmla="*/ 438150 h 495300"/>
                  <a:gd name="connsiteX21" fmla="*/ 58561 w 649111"/>
                  <a:gd name="connsiteY21" fmla="*/ 400050 h 495300"/>
                  <a:gd name="connsiteX22" fmla="*/ 96661 w 649111"/>
                  <a:gd name="connsiteY22" fmla="*/ 361950 h 495300"/>
                  <a:gd name="connsiteX23" fmla="*/ 134761 w 649111"/>
                  <a:gd name="connsiteY23" fmla="*/ 400050 h 495300"/>
                  <a:gd name="connsiteX24" fmla="*/ 96661 w 649111"/>
                  <a:gd name="connsiteY24" fmla="*/ 438150 h 495300"/>
                  <a:gd name="connsiteX25" fmla="*/ 611011 w 649111"/>
                  <a:gd name="connsiteY25" fmla="*/ 304800 h 495300"/>
                  <a:gd name="connsiteX26" fmla="*/ 344311 w 649111"/>
                  <a:gd name="connsiteY26" fmla="*/ 304800 h 495300"/>
                  <a:gd name="connsiteX27" fmla="*/ 344311 w 649111"/>
                  <a:gd name="connsiteY27" fmla="*/ 70485 h 495300"/>
                  <a:gd name="connsiteX28" fmla="*/ 363361 w 649111"/>
                  <a:gd name="connsiteY28" fmla="*/ 38100 h 495300"/>
                  <a:gd name="connsiteX29" fmla="*/ 325261 w 649111"/>
                  <a:gd name="connsiteY29" fmla="*/ 0 h 495300"/>
                  <a:gd name="connsiteX30" fmla="*/ 287161 w 649111"/>
                  <a:gd name="connsiteY30" fmla="*/ 38100 h 495300"/>
                  <a:gd name="connsiteX31" fmla="*/ 306211 w 649111"/>
                  <a:gd name="connsiteY31" fmla="*/ 70485 h 495300"/>
                  <a:gd name="connsiteX32" fmla="*/ 306211 w 649111"/>
                  <a:gd name="connsiteY32" fmla="*/ 304800 h 495300"/>
                  <a:gd name="connsiteX33" fmla="*/ 39511 w 649111"/>
                  <a:gd name="connsiteY33" fmla="*/ 304800 h 495300"/>
                  <a:gd name="connsiteX34" fmla="*/ 1411 w 649111"/>
                  <a:gd name="connsiteY34" fmla="*/ 457200 h 495300"/>
                  <a:gd name="connsiteX35" fmla="*/ 39511 w 649111"/>
                  <a:gd name="connsiteY35" fmla="*/ 495300 h 495300"/>
                  <a:gd name="connsiteX36" fmla="*/ 611011 w 649111"/>
                  <a:gd name="connsiteY36" fmla="*/ 495300 h 495300"/>
                  <a:gd name="connsiteX37" fmla="*/ 649111 w 649111"/>
                  <a:gd name="connsiteY37" fmla="*/ 457200 h 495300"/>
                  <a:gd name="connsiteX38" fmla="*/ 649111 w 649111"/>
                  <a:gd name="connsiteY38" fmla="*/ 342900 h 495300"/>
                  <a:gd name="connsiteX39" fmla="*/ 611011 w 649111"/>
                  <a:gd name="connsiteY39" fmla="*/ 304800 h 495300"/>
                  <a:gd name="connsiteX0" fmla="*/ 572911 w 649111"/>
                  <a:gd name="connsiteY0" fmla="*/ 419100 h 495300"/>
                  <a:gd name="connsiteX1" fmla="*/ 553861 w 649111"/>
                  <a:gd name="connsiteY1" fmla="*/ 400050 h 495300"/>
                  <a:gd name="connsiteX2" fmla="*/ 572911 w 649111"/>
                  <a:gd name="connsiteY2" fmla="*/ 381000 h 495300"/>
                  <a:gd name="connsiteX3" fmla="*/ 591961 w 649111"/>
                  <a:gd name="connsiteY3" fmla="*/ 400050 h 495300"/>
                  <a:gd name="connsiteX4" fmla="*/ 572911 w 649111"/>
                  <a:gd name="connsiteY4" fmla="*/ 419100 h 495300"/>
                  <a:gd name="connsiteX5" fmla="*/ 477661 w 649111"/>
                  <a:gd name="connsiteY5" fmla="*/ 419100 h 495300"/>
                  <a:gd name="connsiteX6" fmla="*/ 458611 w 649111"/>
                  <a:gd name="connsiteY6" fmla="*/ 400050 h 495300"/>
                  <a:gd name="connsiteX7" fmla="*/ 477661 w 649111"/>
                  <a:gd name="connsiteY7" fmla="*/ 381000 h 495300"/>
                  <a:gd name="connsiteX8" fmla="*/ 496711 w 649111"/>
                  <a:gd name="connsiteY8" fmla="*/ 400050 h 495300"/>
                  <a:gd name="connsiteX9" fmla="*/ 477661 w 649111"/>
                  <a:gd name="connsiteY9" fmla="*/ 419100 h 495300"/>
                  <a:gd name="connsiteX10" fmla="*/ 382411 w 649111"/>
                  <a:gd name="connsiteY10" fmla="*/ 419100 h 495300"/>
                  <a:gd name="connsiteX11" fmla="*/ 363361 w 649111"/>
                  <a:gd name="connsiteY11" fmla="*/ 400050 h 495300"/>
                  <a:gd name="connsiteX12" fmla="*/ 382411 w 649111"/>
                  <a:gd name="connsiteY12" fmla="*/ 381000 h 495300"/>
                  <a:gd name="connsiteX13" fmla="*/ 401461 w 649111"/>
                  <a:gd name="connsiteY13" fmla="*/ 400050 h 495300"/>
                  <a:gd name="connsiteX14" fmla="*/ 382411 w 649111"/>
                  <a:gd name="connsiteY14" fmla="*/ 419100 h 495300"/>
                  <a:gd name="connsiteX15" fmla="*/ 287161 w 649111"/>
                  <a:gd name="connsiteY15" fmla="*/ 419100 h 495300"/>
                  <a:gd name="connsiteX16" fmla="*/ 268111 w 649111"/>
                  <a:gd name="connsiteY16" fmla="*/ 400050 h 495300"/>
                  <a:gd name="connsiteX17" fmla="*/ 287161 w 649111"/>
                  <a:gd name="connsiteY17" fmla="*/ 381000 h 495300"/>
                  <a:gd name="connsiteX18" fmla="*/ 306211 w 649111"/>
                  <a:gd name="connsiteY18" fmla="*/ 400050 h 495300"/>
                  <a:gd name="connsiteX19" fmla="*/ 287161 w 649111"/>
                  <a:gd name="connsiteY19" fmla="*/ 419100 h 495300"/>
                  <a:gd name="connsiteX20" fmla="*/ 96661 w 649111"/>
                  <a:gd name="connsiteY20" fmla="*/ 438150 h 495300"/>
                  <a:gd name="connsiteX21" fmla="*/ 96661 w 649111"/>
                  <a:gd name="connsiteY21" fmla="*/ 361950 h 495300"/>
                  <a:gd name="connsiteX22" fmla="*/ 134761 w 649111"/>
                  <a:gd name="connsiteY22" fmla="*/ 400050 h 495300"/>
                  <a:gd name="connsiteX23" fmla="*/ 96661 w 649111"/>
                  <a:gd name="connsiteY23" fmla="*/ 438150 h 495300"/>
                  <a:gd name="connsiteX24" fmla="*/ 611011 w 649111"/>
                  <a:gd name="connsiteY24" fmla="*/ 304800 h 495300"/>
                  <a:gd name="connsiteX25" fmla="*/ 344311 w 649111"/>
                  <a:gd name="connsiteY25" fmla="*/ 304800 h 495300"/>
                  <a:gd name="connsiteX26" fmla="*/ 344311 w 649111"/>
                  <a:gd name="connsiteY26" fmla="*/ 70485 h 495300"/>
                  <a:gd name="connsiteX27" fmla="*/ 363361 w 649111"/>
                  <a:gd name="connsiteY27" fmla="*/ 38100 h 495300"/>
                  <a:gd name="connsiteX28" fmla="*/ 325261 w 649111"/>
                  <a:gd name="connsiteY28" fmla="*/ 0 h 495300"/>
                  <a:gd name="connsiteX29" fmla="*/ 287161 w 649111"/>
                  <a:gd name="connsiteY29" fmla="*/ 38100 h 495300"/>
                  <a:gd name="connsiteX30" fmla="*/ 306211 w 649111"/>
                  <a:gd name="connsiteY30" fmla="*/ 70485 h 495300"/>
                  <a:gd name="connsiteX31" fmla="*/ 306211 w 649111"/>
                  <a:gd name="connsiteY31" fmla="*/ 304800 h 495300"/>
                  <a:gd name="connsiteX32" fmla="*/ 39511 w 649111"/>
                  <a:gd name="connsiteY32" fmla="*/ 304800 h 495300"/>
                  <a:gd name="connsiteX33" fmla="*/ 1411 w 649111"/>
                  <a:gd name="connsiteY33" fmla="*/ 457200 h 495300"/>
                  <a:gd name="connsiteX34" fmla="*/ 39511 w 649111"/>
                  <a:gd name="connsiteY34" fmla="*/ 495300 h 495300"/>
                  <a:gd name="connsiteX35" fmla="*/ 611011 w 649111"/>
                  <a:gd name="connsiteY35" fmla="*/ 495300 h 495300"/>
                  <a:gd name="connsiteX36" fmla="*/ 649111 w 649111"/>
                  <a:gd name="connsiteY36" fmla="*/ 457200 h 495300"/>
                  <a:gd name="connsiteX37" fmla="*/ 649111 w 649111"/>
                  <a:gd name="connsiteY37" fmla="*/ 342900 h 495300"/>
                  <a:gd name="connsiteX38" fmla="*/ 611011 w 649111"/>
                  <a:gd name="connsiteY38" fmla="*/ 304800 h 495300"/>
                  <a:gd name="connsiteX0" fmla="*/ 571500 w 647700"/>
                  <a:gd name="connsiteY0" fmla="*/ 419100 h 495300"/>
                  <a:gd name="connsiteX1" fmla="*/ 552450 w 647700"/>
                  <a:gd name="connsiteY1" fmla="*/ 400050 h 495300"/>
                  <a:gd name="connsiteX2" fmla="*/ 571500 w 647700"/>
                  <a:gd name="connsiteY2" fmla="*/ 381000 h 495300"/>
                  <a:gd name="connsiteX3" fmla="*/ 590550 w 647700"/>
                  <a:gd name="connsiteY3" fmla="*/ 400050 h 495300"/>
                  <a:gd name="connsiteX4" fmla="*/ 571500 w 647700"/>
                  <a:gd name="connsiteY4" fmla="*/ 419100 h 495300"/>
                  <a:gd name="connsiteX5" fmla="*/ 476250 w 647700"/>
                  <a:gd name="connsiteY5" fmla="*/ 419100 h 495300"/>
                  <a:gd name="connsiteX6" fmla="*/ 457200 w 647700"/>
                  <a:gd name="connsiteY6" fmla="*/ 400050 h 495300"/>
                  <a:gd name="connsiteX7" fmla="*/ 476250 w 647700"/>
                  <a:gd name="connsiteY7" fmla="*/ 381000 h 495300"/>
                  <a:gd name="connsiteX8" fmla="*/ 495300 w 647700"/>
                  <a:gd name="connsiteY8" fmla="*/ 400050 h 495300"/>
                  <a:gd name="connsiteX9" fmla="*/ 476250 w 647700"/>
                  <a:gd name="connsiteY9" fmla="*/ 419100 h 495300"/>
                  <a:gd name="connsiteX10" fmla="*/ 381000 w 647700"/>
                  <a:gd name="connsiteY10" fmla="*/ 419100 h 495300"/>
                  <a:gd name="connsiteX11" fmla="*/ 361950 w 647700"/>
                  <a:gd name="connsiteY11" fmla="*/ 400050 h 495300"/>
                  <a:gd name="connsiteX12" fmla="*/ 381000 w 647700"/>
                  <a:gd name="connsiteY12" fmla="*/ 381000 h 495300"/>
                  <a:gd name="connsiteX13" fmla="*/ 400050 w 647700"/>
                  <a:gd name="connsiteY13" fmla="*/ 400050 h 495300"/>
                  <a:gd name="connsiteX14" fmla="*/ 381000 w 647700"/>
                  <a:gd name="connsiteY14" fmla="*/ 419100 h 495300"/>
                  <a:gd name="connsiteX15" fmla="*/ 285750 w 647700"/>
                  <a:gd name="connsiteY15" fmla="*/ 419100 h 495300"/>
                  <a:gd name="connsiteX16" fmla="*/ 266700 w 647700"/>
                  <a:gd name="connsiteY16" fmla="*/ 400050 h 495300"/>
                  <a:gd name="connsiteX17" fmla="*/ 285750 w 647700"/>
                  <a:gd name="connsiteY17" fmla="*/ 381000 h 495300"/>
                  <a:gd name="connsiteX18" fmla="*/ 304800 w 647700"/>
                  <a:gd name="connsiteY18" fmla="*/ 400050 h 495300"/>
                  <a:gd name="connsiteX19" fmla="*/ 285750 w 647700"/>
                  <a:gd name="connsiteY19" fmla="*/ 419100 h 495300"/>
                  <a:gd name="connsiteX20" fmla="*/ 95250 w 647700"/>
                  <a:gd name="connsiteY20" fmla="*/ 438150 h 495300"/>
                  <a:gd name="connsiteX21" fmla="*/ 95250 w 647700"/>
                  <a:gd name="connsiteY21" fmla="*/ 361950 h 495300"/>
                  <a:gd name="connsiteX22" fmla="*/ 133350 w 647700"/>
                  <a:gd name="connsiteY22" fmla="*/ 400050 h 495300"/>
                  <a:gd name="connsiteX23" fmla="*/ 95250 w 647700"/>
                  <a:gd name="connsiteY23" fmla="*/ 438150 h 495300"/>
                  <a:gd name="connsiteX24" fmla="*/ 609600 w 647700"/>
                  <a:gd name="connsiteY24" fmla="*/ 304800 h 495300"/>
                  <a:gd name="connsiteX25" fmla="*/ 342900 w 647700"/>
                  <a:gd name="connsiteY25" fmla="*/ 304800 h 495300"/>
                  <a:gd name="connsiteX26" fmla="*/ 342900 w 647700"/>
                  <a:gd name="connsiteY26" fmla="*/ 70485 h 495300"/>
                  <a:gd name="connsiteX27" fmla="*/ 361950 w 647700"/>
                  <a:gd name="connsiteY27" fmla="*/ 38100 h 495300"/>
                  <a:gd name="connsiteX28" fmla="*/ 323850 w 647700"/>
                  <a:gd name="connsiteY28" fmla="*/ 0 h 495300"/>
                  <a:gd name="connsiteX29" fmla="*/ 285750 w 647700"/>
                  <a:gd name="connsiteY29" fmla="*/ 38100 h 495300"/>
                  <a:gd name="connsiteX30" fmla="*/ 304800 w 647700"/>
                  <a:gd name="connsiteY30" fmla="*/ 70485 h 495300"/>
                  <a:gd name="connsiteX31" fmla="*/ 304800 w 647700"/>
                  <a:gd name="connsiteY31" fmla="*/ 304800 h 495300"/>
                  <a:gd name="connsiteX32" fmla="*/ 0 w 647700"/>
                  <a:gd name="connsiteY32" fmla="*/ 457200 h 495300"/>
                  <a:gd name="connsiteX33" fmla="*/ 38100 w 647700"/>
                  <a:gd name="connsiteY33" fmla="*/ 495300 h 495300"/>
                  <a:gd name="connsiteX34" fmla="*/ 609600 w 647700"/>
                  <a:gd name="connsiteY34" fmla="*/ 495300 h 495300"/>
                  <a:gd name="connsiteX35" fmla="*/ 647700 w 647700"/>
                  <a:gd name="connsiteY35" fmla="*/ 457200 h 495300"/>
                  <a:gd name="connsiteX36" fmla="*/ 647700 w 647700"/>
                  <a:gd name="connsiteY36" fmla="*/ 342900 h 495300"/>
                  <a:gd name="connsiteX37" fmla="*/ 609600 w 647700"/>
                  <a:gd name="connsiteY37" fmla="*/ 304800 h 495300"/>
                  <a:gd name="connsiteX0" fmla="*/ 571500 w 647700"/>
                  <a:gd name="connsiteY0" fmla="*/ 419100 h 495300"/>
                  <a:gd name="connsiteX1" fmla="*/ 552450 w 647700"/>
                  <a:gd name="connsiteY1" fmla="*/ 400050 h 495300"/>
                  <a:gd name="connsiteX2" fmla="*/ 571500 w 647700"/>
                  <a:gd name="connsiteY2" fmla="*/ 381000 h 495300"/>
                  <a:gd name="connsiteX3" fmla="*/ 590550 w 647700"/>
                  <a:gd name="connsiteY3" fmla="*/ 400050 h 495300"/>
                  <a:gd name="connsiteX4" fmla="*/ 571500 w 647700"/>
                  <a:gd name="connsiteY4" fmla="*/ 419100 h 495300"/>
                  <a:gd name="connsiteX5" fmla="*/ 476250 w 647700"/>
                  <a:gd name="connsiteY5" fmla="*/ 419100 h 495300"/>
                  <a:gd name="connsiteX6" fmla="*/ 457200 w 647700"/>
                  <a:gd name="connsiteY6" fmla="*/ 400050 h 495300"/>
                  <a:gd name="connsiteX7" fmla="*/ 476250 w 647700"/>
                  <a:gd name="connsiteY7" fmla="*/ 381000 h 495300"/>
                  <a:gd name="connsiteX8" fmla="*/ 495300 w 647700"/>
                  <a:gd name="connsiteY8" fmla="*/ 400050 h 495300"/>
                  <a:gd name="connsiteX9" fmla="*/ 476250 w 647700"/>
                  <a:gd name="connsiteY9" fmla="*/ 419100 h 495300"/>
                  <a:gd name="connsiteX10" fmla="*/ 381000 w 647700"/>
                  <a:gd name="connsiteY10" fmla="*/ 419100 h 495300"/>
                  <a:gd name="connsiteX11" fmla="*/ 361950 w 647700"/>
                  <a:gd name="connsiteY11" fmla="*/ 400050 h 495300"/>
                  <a:gd name="connsiteX12" fmla="*/ 381000 w 647700"/>
                  <a:gd name="connsiteY12" fmla="*/ 381000 h 495300"/>
                  <a:gd name="connsiteX13" fmla="*/ 400050 w 647700"/>
                  <a:gd name="connsiteY13" fmla="*/ 400050 h 495300"/>
                  <a:gd name="connsiteX14" fmla="*/ 381000 w 647700"/>
                  <a:gd name="connsiteY14" fmla="*/ 419100 h 495300"/>
                  <a:gd name="connsiteX15" fmla="*/ 285750 w 647700"/>
                  <a:gd name="connsiteY15" fmla="*/ 419100 h 495300"/>
                  <a:gd name="connsiteX16" fmla="*/ 266700 w 647700"/>
                  <a:gd name="connsiteY16" fmla="*/ 400050 h 495300"/>
                  <a:gd name="connsiteX17" fmla="*/ 285750 w 647700"/>
                  <a:gd name="connsiteY17" fmla="*/ 381000 h 495300"/>
                  <a:gd name="connsiteX18" fmla="*/ 304800 w 647700"/>
                  <a:gd name="connsiteY18" fmla="*/ 400050 h 495300"/>
                  <a:gd name="connsiteX19" fmla="*/ 285750 w 647700"/>
                  <a:gd name="connsiteY19" fmla="*/ 419100 h 495300"/>
                  <a:gd name="connsiteX20" fmla="*/ 95250 w 647700"/>
                  <a:gd name="connsiteY20" fmla="*/ 438150 h 495300"/>
                  <a:gd name="connsiteX21" fmla="*/ 133350 w 647700"/>
                  <a:gd name="connsiteY21" fmla="*/ 400050 h 495300"/>
                  <a:gd name="connsiteX22" fmla="*/ 95250 w 647700"/>
                  <a:gd name="connsiteY22" fmla="*/ 438150 h 495300"/>
                  <a:gd name="connsiteX23" fmla="*/ 609600 w 647700"/>
                  <a:gd name="connsiteY23" fmla="*/ 304800 h 495300"/>
                  <a:gd name="connsiteX24" fmla="*/ 342900 w 647700"/>
                  <a:gd name="connsiteY24" fmla="*/ 304800 h 495300"/>
                  <a:gd name="connsiteX25" fmla="*/ 342900 w 647700"/>
                  <a:gd name="connsiteY25" fmla="*/ 70485 h 495300"/>
                  <a:gd name="connsiteX26" fmla="*/ 361950 w 647700"/>
                  <a:gd name="connsiteY26" fmla="*/ 38100 h 495300"/>
                  <a:gd name="connsiteX27" fmla="*/ 323850 w 647700"/>
                  <a:gd name="connsiteY27" fmla="*/ 0 h 495300"/>
                  <a:gd name="connsiteX28" fmla="*/ 285750 w 647700"/>
                  <a:gd name="connsiteY28" fmla="*/ 38100 h 495300"/>
                  <a:gd name="connsiteX29" fmla="*/ 304800 w 647700"/>
                  <a:gd name="connsiteY29" fmla="*/ 70485 h 495300"/>
                  <a:gd name="connsiteX30" fmla="*/ 304800 w 647700"/>
                  <a:gd name="connsiteY30" fmla="*/ 304800 h 495300"/>
                  <a:gd name="connsiteX31" fmla="*/ 0 w 647700"/>
                  <a:gd name="connsiteY31" fmla="*/ 457200 h 495300"/>
                  <a:gd name="connsiteX32" fmla="*/ 38100 w 647700"/>
                  <a:gd name="connsiteY32" fmla="*/ 495300 h 495300"/>
                  <a:gd name="connsiteX33" fmla="*/ 609600 w 647700"/>
                  <a:gd name="connsiteY33" fmla="*/ 495300 h 495300"/>
                  <a:gd name="connsiteX34" fmla="*/ 647700 w 647700"/>
                  <a:gd name="connsiteY34" fmla="*/ 457200 h 495300"/>
                  <a:gd name="connsiteX35" fmla="*/ 647700 w 647700"/>
                  <a:gd name="connsiteY35" fmla="*/ 342900 h 495300"/>
                  <a:gd name="connsiteX36" fmla="*/ 609600 w 647700"/>
                  <a:gd name="connsiteY36" fmla="*/ 304800 h 495300"/>
                  <a:gd name="connsiteX0" fmla="*/ 571500 w 647700"/>
                  <a:gd name="connsiteY0" fmla="*/ 419100 h 495300"/>
                  <a:gd name="connsiteX1" fmla="*/ 552450 w 647700"/>
                  <a:gd name="connsiteY1" fmla="*/ 400050 h 495300"/>
                  <a:gd name="connsiteX2" fmla="*/ 571500 w 647700"/>
                  <a:gd name="connsiteY2" fmla="*/ 381000 h 495300"/>
                  <a:gd name="connsiteX3" fmla="*/ 590550 w 647700"/>
                  <a:gd name="connsiteY3" fmla="*/ 400050 h 495300"/>
                  <a:gd name="connsiteX4" fmla="*/ 571500 w 647700"/>
                  <a:gd name="connsiteY4" fmla="*/ 419100 h 495300"/>
                  <a:gd name="connsiteX5" fmla="*/ 476250 w 647700"/>
                  <a:gd name="connsiteY5" fmla="*/ 419100 h 495300"/>
                  <a:gd name="connsiteX6" fmla="*/ 457200 w 647700"/>
                  <a:gd name="connsiteY6" fmla="*/ 400050 h 495300"/>
                  <a:gd name="connsiteX7" fmla="*/ 476250 w 647700"/>
                  <a:gd name="connsiteY7" fmla="*/ 381000 h 495300"/>
                  <a:gd name="connsiteX8" fmla="*/ 495300 w 647700"/>
                  <a:gd name="connsiteY8" fmla="*/ 400050 h 495300"/>
                  <a:gd name="connsiteX9" fmla="*/ 476250 w 647700"/>
                  <a:gd name="connsiteY9" fmla="*/ 419100 h 495300"/>
                  <a:gd name="connsiteX10" fmla="*/ 381000 w 647700"/>
                  <a:gd name="connsiteY10" fmla="*/ 419100 h 495300"/>
                  <a:gd name="connsiteX11" fmla="*/ 361950 w 647700"/>
                  <a:gd name="connsiteY11" fmla="*/ 400050 h 495300"/>
                  <a:gd name="connsiteX12" fmla="*/ 381000 w 647700"/>
                  <a:gd name="connsiteY12" fmla="*/ 381000 h 495300"/>
                  <a:gd name="connsiteX13" fmla="*/ 400050 w 647700"/>
                  <a:gd name="connsiteY13" fmla="*/ 400050 h 495300"/>
                  <a:gd name="connsiteX14" fmla="*/ 381000 w 647700"/>
                  <a:gd name="connsiteY14" fmla="*/ 419100 h 495300"/>
                  <a:gd name="connsiteX15" fmla="*/ 285750 w 647700"/>
                  <a:gd name="connsiteY15" fmla="*/ 419100 h 495300"/>
                  <a:gd name="connsiteX16" fmla="*/ 266700 w 647700"/>
                  <a:gd name="connsiteY16" fmla="*/ 400050 h 495300"/>
                  <a:gd name="connsiteX17" fmla="*/ 285750 w 647700"/>
                  <a:gd name="connsiteY17" fmla="*/ 381000 h 495300"/>
                  <a:gd name="connsiteX18" fmla="*/ 304800 w 647700"/>
                  <a:gd name="connsiteY18" fmla="*/ 400050 h 495300"/>
                  <a:gd name="connsiteX19" fmla="*/ 285750 w 647700"/>
                  <a:gd name="connsiteY19" fmla="*/ 419100 h 495300"/>
                  <a:gd name="connsiteX20" fmla="*/ 609600 w 647700"/>
                  <a:gd name="connsiteY20" fmla="*/ 304800 h 495300"/>
                  <a:gd name="connsiteX21" fmla="*/ 342900 w 647700"/>
                  <a:gd name="connsiteY21" fmla="*/ 304800 h 495300"/>
                  <a:gd name="connsiteX22" fmla="*/ 342900 w 647700"/>
                  <a:gd name="connsiteY22" fmla="*/ 70485 h 495300"/>
                  <a:gd name="connsiteX23" fmla="*/ 361950 w 647700"/>
                  <a:gd name="connsiteY23" fmla="*/ 38100 h 495300"/>
                  <a:gd name="connsiteX24" fmla="*/ 323850 w 647700"/>
                  <a:gd name="connsiteY24" fmla="*/ 0 h 495300"/>
                  <a:gd name="connsiteX25" fmla="*/ 285750 w 647700"/>
                  <a:gd name="connsiteY25" fmla="*/ 38100 h 495300"/>
                  <a:gd name="connsiteX26" fmla="*/ 304800 w 647700"/>
                  <a:gd name="connsiteY26" fmla="*/ 70485 h 495300"/>
                  <a:gd name="connsiteX27" fmla="*/ 304800 w 647700"/>
                  <a:gd name="connsiteY27" fmla="*/ 304800 h 495300"/>
                  <a:gd name="connsiteX28" fmla="*/ 0 w 647700"/>
                  <a:gd name="connsiteY28" fmla="*/ 457200 h 495300"/>
                  <a:gd name="connsiteX29" fmla="*/ 38100 w 647700"/>
                  <a:gd name="connsiteY29" fmla="*/ 495300 h 495300"/>
                  <a:gd name="connsiteX30" fmla="*/ 609600 w 647700"/>
                  <a:gd name="connsiteY30" fmla="*/ 495300 h 495300"/>
                  <a:gd name="connsiteX31" fmla="*/ 647700 w 647700"/>
                  <a:gd name="connsiteY31" fmla="*/ 457200 h 495300"/>
                  <a:gd name="connsiteX32" fmla="*/ 647700 w 647700"/>
                  <a:gd name="connsiteY32" fmla="*/ 342900 h 495300"/>
                  <a:gd name="connsiteX33" fmla="*/ 609600 w 647700"/>
                  <a:gd name="connsiteY33" fmla="*/ 304800 h 495300"/>
                  <a:gd name="connsiteX0" fmla="*/ 533400 w 609600"/>
                  <a:gd name="connsiteY0" fmla="*/ 419100 h 495300"/>
                  <a:gd name="connsiteX1" fmla="*/ 514350 w 609600"/>
                  <a:gd name="connsiteY1" fmla="*/ 400050 h 495300"/>
                  <a:gd name="connsiteX2" fmla="*/ 533400 w 609600"/>
                  <a:gd name="connsiteY2" fmla="*/ 381000 h 495300"/>
                  <a:gd name="connsiteX3" fmla="*/ 552450 w 609600"/>
                  <a:gd name="connsiteY3" fmla="*/ 400050 h 495300"/>
                  <a:gd name="connsiteX4" fmla="*/ 533400 w 609600"/>
                  <a:gd name="connsiteY4" fmla="*/ 419100 h 495300"/>
                  <a:gd name="connsiteX5" fmla="*/ 438150 w 609600"/>
                  <a:gd name="connsiteY5" fmla="*/ 419100 h 495300"/>
                  <a:gd name="connsiteX6" fmla="*/ 419100 w 609600"/>
                  <a:gd name="connsiteY6" fmla="*/ 400050 h 495300"/>
                  <a:gd name="connsiteX7" fmla="*/ 438150 w 609600"/>
                  <a:gd name="connsiteY7" fmla="*/ 381000 h 495300"/>
                  <a:gd name="connsiteX8" fmla="*/ 457200 w 609600"/>
                  <a:gd name="connsiteY8" fmla="*/ 400050 h 495300"/>
                  <a:gd name="connsiteX9" fmla="*/ 438150 w 609600"/>
                  <a:gd name="connsiteY9" fmla="*/ 419100 h 495300"/>
                  <a:gd name="connsiteX10" fmla="*/ 342900 w 609600"/>
                  <a:gd name="connsiteY10" fmla="*/ 419100 h 495300"/>
                  <a:gd name="connsiteX11" fmla="*/ 323850 w 609600"/>
                  <a:gd name="connsiteY11" fmla="*/ 400050 h 495300"/>
                  <a:gd name="connsiteX12" fmla="*/ 342900 w 609600"/>
                  <a:gd name="connsiteY12" fmla="*/ 381000 h 495300"/>
                  <a:gd name="connsiteX13" fmla="*/ 361950 w 609600"/>
                  <a:gd name="connsiteY13" fmla="*/ 400050 h 495300"/>
                  <a:gd name="connsiteX14" fmla="*/ 342900 w 609600"/>
                  <a:gd name="connsiteY14" fmla="*/ 419100 h 495300"/>
                  <a:gd name="connsiteX15" fmla="*/ 247650 w 609600"/>
                  <a:gd name="connsiteY15" fmla="*/ 419100 h 495300"/>
                  <a:gd name="connsiteX16" fmla="*/ 228600 w 609600"/>
                  <a:gd name="connsiteY16" fmla="*/ 400050 h 495300"/>
                  <a:gd name="connsiteX17" fmla="*/ 247650 w 609600"/>
                  <a:gd name="connsiteY17" fmla="*/ 381000 h 495300"/>
                  <a:gd name="connsiteX18" fmla="*/ 266700 w 609600"/>
                  <a:gd name="connsiteY18" fmla="*/ 400050 h 495300"/>
                  <a:gd name="connsiteX19" fmla="*/ 247650 w 609600"/>
                  <a:gd name="connsiteY19" fmla="*/ 419100 h 495300"/>
                  <a:gd name="connsiteX20" fmla="*/ 571500 w 609600"/>
                  <a:gd name="connsiteY20" fmla="*/ 304800 h 495300"/>
                  <a:gd name="connsiteX21" fmla="*/ 304800 w 609600"/>
                  <a:gd name="connsiteY21" fmla="*/ 304800 h 495300"/>
                  <a:gd name="connsiteX22" fmla="*/ 304800 w 609600"/>
                  <a:gd name="connsiteY22" fmla="*/ 70485 h 495300"/>
                  <a:gd name="connsiteX23" fmla="*/ 323850 w 609600"/>
                  <a:gd name="connsiteY23" fmla="*/ 38100 h 495300"/>
                  <a:gd name="connsiteX24" fmla="*/ 285750 w 609600"/>
                  <a:gd name="connsiteY24" fmla="*/ 0 h 495300"/>
                  <a:gd name="connsiteX25" fmla="*/ 247650 w 609600"/>
                  <a:gd name="connsiteY25" fmla="*/ 38100 h 495300"/>
                  <a:gd name="connsiteX26" fmla="*/ 266700 w 609600"/>
                  <a:gd name="connsiteY26" fmla="*/ 70485 h 495300"/>
                  <a:gd name="connsiteX27" fmla="*/ 266700 w 609600"/>
                  <a:gd name="connsiteY27" fmla="*/ 304800 h 495300"/>
                  <a:gd name="connsiteX28" fmla="*/ 0 w 609600"/>
                  <a:gd name="connsiteY28" fmla="*/ 495300 h 495300"/>
                  <a:gd name="connsiteX29" fmla="*/ 571500 w 609600"/>
                  <a:gd name="connsiteY29" fmla="*/ 495300 h 495300"/>
                  <a:gd name="connsiteX30" fmla="*/ 609600 w 609600"/>
                  <a:gd name="connsiteY30" fmla="*/ 457200 h 495300"/>
                  <a:gd name="connsiteX31" fmla="*/ 609600 w 609600"/>
                  <a:gd name="connsiteY31" fmla="*/ 342900 h 495300"/>
                  <a:gd name="connsiteX32" fmla="*/ 571500 w 609600"/>
                  <a:gd name="connsiteY32" fmla="*/ 304800 h 495300"/>
                  <a:gd name="connsiteX0" fmla="*/ 304800 w 381000"/>
                  <a:gd name="connsiteY0" fmla="*/ 419100 h 495300"/>
                  <a:gd name="connsiteX1" fmla="*/ 285750 w 381000"/>
                  <a:gd name="connsiteY1" fmla="*/ 400050 h 495300"/>
                  <a:gd name="connsiteX2" fmla="*/ 304800 w 381000"/>
                  <a:gd name="connsiteY2" fmla="*/ 381000 h 495300"/>
                  <a:gd name="connsiteX3" fmla="*/ 323850 w 381000"/>
                  <a:gd name="connsiteY3" fmla="*/ 400050 h 495300"/>
                  <a:gd name="connsiteX4" fmla="*/ 304800 w 381000"/>
                  <a:gd name="connsiteY4" fmla="*/ 419100 h 495300"/>
                  <a:gd name="connsiteX5" fmla="*/ 209550 w 381000"/>
                  <a:gd name="connsiteY5" fmla="*/ 419100 h 495300"/>
                  <a:gd name="connsiteX6" fmla="*/ 190500 w 381000"/>
                  <a:gd name="connsiteY6" fmla="*/ 400050 h 495300"/>
                  <a:gd name="connsiteX7" fmla="*/ 209550 w 381000"/>
                  <a:gd name="connsiteY7" fmla="*/ 381000 h 495300"/>
                  <a:gd name="connsiteX8" fmla="*/ 228600 w 381000"/>
                  <a:gd name="connsiteY8" fmla="*/ 400050 h 495300"/>
                  <a:gd name="connsiteX9" fmla="*/ 209550 w 381000"/>
                  <a:gd name="connsiteY9" fmla="*/ 419100 h 495300"/>
                  <a:gd name="connsiteX10" fmla="*/ 114300 w 381000"/>
                  <a:gd name="connsiteY10" fmla="*/ 419100 h 495300"/>
                  <a:gd name="connsiteX11" fmla="*/ 95250 w 381000"/>
                  <a:gd name="connsiteY11" fmla="*/ 400050 h 495300"/>
                  <a:gd name="connsiteX12" fmla="*/ 114300 w 381000"/>
                  <a:gd name="connsiteY12" fmla="*/ 381000 h 495300"/>
                  <a:gd name="connsiteX13" fmla="*/ 133350 w 381000"/>
                  <a:gd name="connsiteY13" fmla="*/ 400050 h 495300"/>
                  <a:gd name="connsiteX14" fmla="*/ 114300 w 381000"/>
                  <a:gd name="connsiteY14" fmla="*/ 419100 h 495300"/>
                  <a:gd name="connsiteX15" fmla="*/ 19050 w 381000"/>
                  <a:gd name="connsiteY15" fmla="*/ 419100 h 495300"/>
                  <a:gd name="connsiteX16" fmla="*/ 0 w 381000"/>
                  <a:gd name="connsiteY16" fmla="*/ 400050 h 495300"/>
                  <a:gd name="connsiteX17" fmla="*/ 19050 w 381000"/>
                  <a:gd name="connsiteY17" fmla="*/ 381000 h 495300"/>
                  <a:gd name="connsiteX18" fmla="*/ 38100 w 381000"/>
                  <a:gd name="connsiteY18" fmla="*/ 400050 h 495300"/>
                  <a:gd name="connsiteX19" fmla="*/ 19050 w 381000"/>
                  <a:gd name="connsiteY19" fmla="*/ 419100 h 495300"/>
                  <a:gd name="connsiteX20" fmla="*/ 342900 w 381000"/>
                  <a:gd name="connsiteY20" fmla="*/ 304800 h 495300"/>
                  <a:gd name="connsiteX21" fmla="*/ 76200 w 381000"/>
                  <a:gd name="connsiteY21" fmla="*/ 304800 h 495300"/>
                  <a:gd name="connsiteX22" fmla="*/ 76200 w 381000"/>
                  <a:gd name="connsiteY22" fmla="*/ 70485 h 495300"/>
                  <a:gd name="connsiteX23" fmla="*/ 95250 w 381000"/>
                  <a:gd name="connsiteY23" fmla="*/ 38100 h 495300"/>
                  <a:gd name="connsiteX24" fmla="*/ 57150 w 381000"/>
                  <a:gd name="connsiteY24" fmla="*/ 0 h 495300"/>
                  <a:gd name="connsiteX25" fmla="*/ 19050 w 381000"/>
                  <a:gd name="connsiteY25" fmla="*/ 38100 h 495300"/>
                  <a:gd name="connsiteX26" fmla="*/ 38100 w 381000"/>
                  <a:gd name="connsiteY26" fmla="*/ 70485 h 495300"/>
                  <a:gd name="connsiteX27" fmla="*/ 38100 w 381000"/>
                  <a:gd name="connsiteY27" fmla="*/ 304800 h 495300"/>
                  <a:gd name="connsiteX28" fmla="*/ 342900 w 381000"/>
                  <a:gd name="connsiteY28" fmla="*/ 495300 h 495300"/>
                  <a:gd name="connsiteX29" fmla="*/ 381000 w 381000"/>
                  <a:gd name="connsiteY29" fmla="*/ 457200 h 495300"/>
                  <a:gd name="connsiteX30" fmla="*/ 381000 w 381000"/>
                  <a:gd name="connsiteY30" fmla="*/ 342900 h 495300"/>
                  <a:gd name="connsiteX31" fmla="*/ 342900 w 381000"/>
                  <a:gd name="connsiteY31" fmla="*/ 304800 h 495300"/>
                  <a:gd name="connsiteX0" fmla="*/ 304800 w 381000"/>
                  <a:gd name="connsiteY0" fmla="*/ 419100 h 495300"/>
                  <a:gd name="connsiteX1" fmla="*/ 285750 w 381000"/>
                  <a:gd name="connsiteY1" fmla="*/ 400050 h 495300"/>
                  <a:gd name="connsiteX2" fmla="*/ 304800 w 381000"/>
                  <a:gd name="connsiteY2" fmla="*/ 381000 h 495300"/>
                  <a:gd name="connsiteX3" fmla="*/ 323850 w 381000"/>
                  <a:gd name="connsiteY3" fmla="*/ 400050 h 495300"/>
                  <a:gd name="connsiteX4" fmla="*/ 304800 w 381000"/>
                  <a:gd name="connsiteY4" fmla="*/ 419100 h 495300"/>
                  <a:gd name="connsiteX5" fmla="*/ 209550 w 381000"/>
                  <a:gd name="connsiteY5" fmla="*/ 419100 h 495300"/>
                  <a:gd name="connsiteX6" fmla="*/ 190500 w 381000"/>
                  <a:gd name="connsiteY6" fmla="*/ 400050 h 495300"/>
                  <a:gd name="connsiteX7" fmla="*/ 209550 w 381000"/>
                  <a:gd name="connsiteY7" fmla="*/ 381000 h 495300"/>
                  <a:gd name="connsiteX8" fmla="*/ 228600 w 381000"/>
                  <a:gd name="connsiteY8" fmla="*/ 400050 h 495300"/>
                  <a:gd name="connsiteX9" fmla="*/ 209550 w 381000"/>
                  <a:gd name="connsiteY9" fmla="*/ 419100 h 495300"/>
                  <a:gd name="connsiteX10" fmla="*/ 114300 w 381000"/>
                  <a:gd name="connsiteY10" fmla="*/ 419100 h 495300"/>
                  <a:gd name="connsiteX11" fmla="*/ 95250 w 381000"/>
                  <a:gd name="connsiteY11" fmla="*/ 400050 h 495300"/>
                  <a:gd name="connsiteX12" fmla="*/ 114300 w 381000"/>
                  <a:gd name="connsiteY12" fmla="*/ 381000 h 495300"/>
                  <a:gd name="connsiteX13" fmla="*/ 133350 w 381000"/>
                  <a:gd name="connsiteY13" fmla="*/ 400050 h 495300"/>
                  <a:gd name="connsiteX14" fmla="*/ 114300 w 381000"/>
                  <a:gd name="connsiteY14" fmla="*/ 419100 h 495300"/>
                  <a:gd name="connsiteX15" fmla="*/ 19050 w 381000"/>
                  <a:gd name="connsiteY15" fmla="*/ 419100 h 495300"/>
                  <a:gd name="connsiteX16" fmla="*/ 0 w 381000"/>
                  <a:gd name="connsiteY16" fmla="*/ 400050 h 495300"/>
                  <a:gd name="connsiteX17" fmla="*/ 19050 w 381000"/>
                  <a:gd name="connsiteY17" fmla="*/ 381000 h 495300"/>
                  <a:gd name="connsiteX18" fmla="*/ 38100 w 381000"/>
                  <a:gd name="connsiteY18" fmla="*/ 400050 h 495300"/>
                  <a:gd name="connsiteX19" fmla="*/ 19050 w 381000"/>
                  <a:gd name="connsiteY19" fmla="*/ 419100 h 495300"/>
                  <a:gd name="connsiteX20" fmla="*/ 381000 w 381000"/>
                  <a:gd name="connsiteY20" fmla="*/ 342900 h 495300"/>
                  <a:gd name="connsiteX21" fmla="*/ 76200 w 381000"/>
                  <a:gd name="connsiteY21" fmla="*/ 304800 h 495300"/>
                  <a:gd name="connsiteX22" fmla="*/ 76200 w 381000"/>
                  <a:gd name="connsiteY22" fmla="*/ 70485 h 495300"/>
                  <a:gd name="connsiteX23" fmla="*/ 95250 w 381000"/>
                  <a:gd name="connsiteY23" fmla="*/ 38100 h 495300"/>
                  <a:gd name="connsiteX24" fmla="*/ 57150 w 381000"/>
                  <a:gd name="connsiteY24" fmla="*/ 0 h 495300"/>
                  <a:gd name="connsiteX25" fmla="*/ 19050 w 381000"/>
                  <a:gd name="connsiteY25" fmla="*/ 38100 h 495300"/>
                  <a:gd name="connsiteX26" fmla="*/ 38100 w 381000"/>
                  <a:gd name="connsiteY26" fmla="*/ 70485 h 495300"/>
                  <a:gd name="connsiteX27" fmla="*/ 38100 w 381000"/>
                  <a:gd name="connsiteY27" fmla="*/ 304800 h 495300"/>
                  <a:gd name="connsiteX28" fmla="*/ 342900 w 381000"/>
                  <a:gd name="connsiteY28" fmla="*/ 495300 h 495300"/>
                  <a:gd name="connsiteX29" fmla="*/ 381000 w 381000"/>
                  <a:gd name="connsiteY29" fmla="*/ 457200 h 495300"/>
                  <a:gd name="connsiteX30" fmla="*/ 381000 w 381000"/>
                  <a:gd name="connsiteY30" fmla="*/ 342900 h 495300"/>
                  <a:gd name="connsiteX0" fmla="*/ 304800 w 381000"/>
                  <a:gd name="connsiteY0" fmla="*/ 419100 h 495300"/>
                  <a:gd name="connsiteX1" fmla="*/ 285750 w 381000"/>
                  <a:gd name="connsiteY1" fmla="*/ 400050 h 495300"/>
                  <a:gd name="connsiteX2" fmla="*/ 304800 w 381000"/>
                  <a:gd name="connsiteY2" fmla="*/ 381000 h 495300"/>
                  <a:gd name="connsiteX3" fmla="*/ 323850 w 381000"/>
                  <a:gd name="connsiteY3" fmla="*/ 400050 h 495300"/>
                  <a:gd name="connsiteX4" fmla="*/ 304800 w 381000"/>
                  <a:gd name="connsiteY4" fmla="*/ 419100 h 495300"/>
                  <a:gd name="connsiteX5" fmla="*/ 209550 w 381000"/>
                  <a:gd name="connsiteY5" fmla="*/ 419100 h 495300"/>
                  <a:gd name="connsiteX6" fmla="*/ 190500 w 381000"/>
                  <a:gd name="connsiteY6" fmla="*/ 400050 h 495300"/>
                  <a:gd name="connsiteX7" fmla="*/ 209550 w 381000"/>
                  <a:gd name="connsiteY7" fmla="*/ 381000 h 495300"/>
                  <a:gd name="connsiteX8" fmla="*/ 228600 w 381000"/>
                  <a:gd name="connsiteY8" fmla="*/ 400050 h 495300"/>
                  <a:gd name="connsiteX9" fmla="*/ 209550 w 381000"/>
                  <a:gd name="connsiteY9" fmla="*/ 419100 h 495300"/>
                  <a:gd name="connsiteX10" fmla="*/ 114300 w 381000"/>
                  <a:gd name="connsiteY10" fmla="*/ 419100 h 495300"/>
                  <a:gd name="connsiteX11" fmla="*/ 95250 w 381000"/>
                  <a:gd name="connsiteY11" fmla="*/ 400050 h 495300"/>
                  <a:gd name="connsiteX12" fmla="*/ 114300 w 381000"/>
                  <a:gd name="connsiteY12" fmla="*/ 381000 h 495300"/>
                  <a:gd name="connsiteX13" fmla="*/ 133350 w 381000"/>
                  <a:gd name="connsiteY13" fmla="*/ 400050 h 495300"/>
                  <a:gd name="connsiteX14" fmla="*/ 114300 w 381000"/>
                  <a:gd name="connsiteY14" fmla="*/ 419100 h 495300"/>
                  <a:gd name="connsiteX15" fmla="*/ 19050 w 381000"/>
                  <a:gd name="connsiteY15" fmla="*/ 419100 h 495300"/>
                  <a:gd name="connsiteX16" fmla="*/ 0 w 381000"/>
                  <a:gd name="connsiteY16" fmla="*/ 400050 h 495300"/>
                  <a:gd name="connsiteX17" fmla="*/ 19050 w 381000"/>
                  <a:gd name="connsiteY17" fmla="*/ 381000 h 495300"/>
                  <a:gd name="connsiteX18" fmla="*/ 38100 w 381000"/>
                  <a:gd name="connsiteY18" fmla="*/ 400050 h 495300"/>
                  <a:gd name="connsiteX19" fmla="*/ 19050 w 381000"/>
                  <a:gd name="connsiteY19" fmla="*/ 419100 h 495300"/>
                  <a:gd name="connsiteX20" fmla="*/ 381000 w 381000"/>
                  <a:gd name="connsiteY20" fmla="*/ 457200 h 495300"/>
                  <a:gd name="connsiteX21" fmla="*/ 76200 w 381000"/>
                  <a:gd name="connsiteY21" fmla="*/ 304800 h 495300"/>
                  <a:gd name="connsiteX22" fmla="*/ 76200 w 381000"/>
                  <a:gd name="connsiteY22" fmla="*/ 70485 h 495300"/>
                  <a:gd name="connsiteX23" fmla="*/ 95250 w 381000"/>
                  <a:gd name="connsiteY23" fmla="*/ 38100 h 495300"/>
                  <a:gd name="connsiteX24" fmla="*/ 57150 w 381000"/>
                  <a:gd name="connsiteY24" fmla="*/ 0 h 495300"/>
                  <a:gd name="connsiteX25" fmla="*/ 19050 w 381000"/>
                  <a:gd name="connsiteY25" fmla="*/ 38100 h 495300"/>
                  <a:gd name="connsiteX26" fmla="*/ 38100 w 381000"/>
                  <a:gd name="connsiteY26" fmla="*/ 70485 h 495300"/>
                  <a:gd name="connsiteX27" fmla="*/ 38100 w 381000"/>
                  <a:gd name="connsiteY27" fmla="*/ 304800 h 495300"/>
                  <a:gd name="connsiteX28" fmla="*/ 342900 w 381000"/>
                  <a:gd name="connsiteY28" fmla="*/ 495300 h 495300"/>
                  <a:gd name="connsiteX29" fmla="*/ 381000 w 381000"/>
                  <a:gd name="connsiteY29" fmla="*/ 457200 h 495300"/>
                  <a:gd name="connsiteX0" fmla="*/ 305328 w 381528"/>
                  <a:gd name="connsiteY0" fmla="*/ 419100 h 495300"/>
                  <a:gd name="connsiteX1" fmla="*/ 286278 w 381528"/>
                  <a:gd name="connsiteY1" fmla="*/ 400050 h 495300"/>
                  <a:gd name="connsiteX2" fmla="*/ 305328 w 381528"/>
                  <a:gd name="connsiteY2" fmla="*/ 381000 h 495300"/>
                  <a:gd name="connsiteX3" fmla="*/ 324378 w 381528"/>
                  <a:gd name="connsiteY3" fmla="*/ 400050 h 495300"/>
                  <a:gd name="connsiteX4" fmla="*/ 305328 w 381528"/>
                  <a:gd name="connsiteY4" fmla="*/ 419100 h 495300"/>
                  <a:gd name="connsiteX5" fmla="*/ 210078 w 381528"/>
                  <a:gd name="connsiteY5" fmla="*/ 419100 h 495300"/>
                  <a:gd name="connsiteX6" fmla="*/ 191028 w 381528"/>
                  <a:gd name="connsiteY6" fmla="*/ 400050 h 495300"/>
                  <a:gd name="connsiteX7" fmla="*/ 210078 w 381528"/>
                  <a:gd name="connsiteY7" fmla="*/ 381000 h 495300"/>
                  <a:gd name="connsiteX8" fmla="*/ 229128 w 381528"/>
                  <a:gd name="connsiteY8" fmla="*/ 400050 h 495300"/>
                  <a:gd name="connsiteX9" fmla="*/ 210078 w 381528"/>
                  <a:gd name="connsiteY9" fmla="*/ 419100 h 495300"/>
                  <a:gd name="connsiteX10" fmla="*/ 114828 w 381528"/>
                  <a:gd name="connsiteY10" fmla="*/ 419100 h 495300"/>
                  <a:gd name="connsiteX11" fmla="*/ 95778 w 381528"/>
                  <a:gd name="connsiteY11" fmla="*/ 400050 h 495300"/>
                  <a:gd name="connsiteX12" fmla="*/ 114828 w 381528"/>
                  <a:gd name="connsiteY12" fmla="*/ 381000 h 495300"/>
                  <a:gd name="connsiteX13" fmla="*/ 133878 w 381528"/>
                  <a:gd name="connsiteY13" fmla="*/ 400050 h 495300"/>
                  <a:gd name="connsiteX14" fmla="*/ 114828 w 381528"/>
                  <a:gd name="connsiteY14" fmla="*/ 419100 h 495300"/>
                  <a:gd name="connsiteX15" fmla="*/ 38628 w 381528"/>
                  <a:gd name="connsiteY15" fmla="*/ 400050 h 495300"/>
                  <a:gd name="connsiteX16" fmla="*/ 528 w 381528"/>
                  <a:gd name="connsiteY16" fmla="*/ 400050 h 495300"/>
                  <a:gd name="connsiteX17" fmla="*/ 19578 w 381528"/>
                  <a:gd name="connsiteY17" fmla="*/ 381000 h 495300"/>
                  <a:gd name="connsiteX18" fmla="*/ 38628 w 381528"/>
                  <a:gd name="connsiteY18" fmla="*/ 400050 h 495300"/>
                  <a:gd name="connsiteX19" fmla="*/ 381528 w 381528"/>
                  <a:gd name="connsiteY19" fmla="*/ 457200 h 495300"/>
                  <a:gd name="connsiteX20" fmla="*/ 76728 w 381528"/>
                  <a:gd name="connsiteY20" fmla="*/ 304800 h 495300"/>
                  <a:gd name="connsiteX21" fmla="*/ 76728 w 381528"/>
                  <a:gd name="connsiteY21" fmla="*/ 70485 h 495300"/>
                  <a:gd name="connsiteX22" fmla="*/ 95778 w 381528"/>
                  <a:gd name="connsiteY22" fmla="*/ 38100 h 495300"/>
                  <a:gd name="connsiteX23" fmla="*/ 57678 w 381528"/>
                  <a:gd name="connsiteY23" fmla="*/ 0 h 495300"/>
                  <a:gd name="connsiteX24" fmla="*/ 19578 w 381528"/>
                  <a:gd name="connsiteY24" fmla="*/ 38100 h 495300"/>
                  <a:gd name="connsiteX25" fmla="*/ 38628 w 381528"/>
                  <a:gd name="connsiteY25" fmla="*/ 70485 h 495300"/>
                  <a:gd name="connsiteX26" fmla="*/ 38628 w 381528"/>
                  <a:gd name="connsiteY26" fmla="*/ 304800 h 495300"/>
                  <a:gd name="connsiteX27" fmla="*/ 343428 w 381528"/>
                  <a:gd name="connsiteY27" fmla="*/ 495300 h 495300"/>
                  <a:gd name="connsiteX28" fmla="*/ 381528 w 381528"/>
                  <a:gd name="connsiteY28" fmla="*/ 457200 h 495300"/>
                  <a:gd name="connsiteX0" fmla="*/ 304800 w 381000"/>
                  <a:gd name="connsiteY0" fmla="*/ 419100 h 495300"/>
                  <a:gd name="connsiteX1" fmla="*/ 285750 w 381000"/>
                  <a:gd name="connsiteY1" fmla="*/ 400050 h 495300"/>
                  <a:gd name="connsiteX2" fmla="*/ 304800 w 381000"/>
                  <a:gd name="connsiteY2" fmla="*/ 381000 h 495300"/>
                  <a:gd name="connsiteX3" fmla="*/ 323850 w 381000"/>
                  <a:gd name="connsiteY3" fmla="*/ 400050 h 495300"/>
                  <a:gd name="connsiteX4" fmla="*/ 304800 w 381000"/>
                  <a:gd name="connsiteY4" fmla="*/ 419100 h 495300"/>
                  <a:gd name="connsiteX5" fmla="*/ 209550 w 381000"/>
                  <a:gd name="connsiteY5" fmla="*/ 419100 h 495300"/>
                  <a:gd name="connsiteX6" fmla="*/ 190500 w 381000"/>
                  <a:gd name="connsiteY6" fmla="*/ 400050 h 495300"/>
                  <a:gd name="connsiteX7" fmla="*/ 209550 w 381000"/>
                  <a:gd name="connsiteY7" fmla="*/ 381000 h 495300"/>
                  <a:gd name="connsiteX8" fmla="*/ 228600 w 381000"/>
                  <a:gd name="connsiteY8" fmla="*/ 400050 h 495300"/>
                  <a:gd name="connsiteX9" fmla="*/ 209550 w 381000"/>
                  <a:gd name="connsiteY9" fmla="*/ 419100 h 495300"/>
                  <a:gd name="connsiteX10" fmla="*/ 114300 w 381000"/>
                  <a:gd name="connsiteY10" fmla="*/ 419100 h 495300"/>
                  <a:gd name="connsiteX11" fmla="*/ 95250 w 381000"/>
                  <a:gd name="connsiteY11" fmla="*/ 400050 h 495300"/>
                  <a:gd name="connsiteX12" fmla="*/ 114300 w 381000"/>
                  <a:gd name="connsiteY12" fmla="*/ 381000 h 495300"/>
                  <a:gd name="connsiteX13" fmla="*/ 133350 w 381000"/>
                  <a:gd name="connsiteY13" fmla="*/ 400050 h 495300"/>
                  <a:gd name="connsiteX14" fmla="*/ 114300 w 381000"/>
                  <a:gd name="connsiteY14" fmla="*/ 419100 h 495300"/>
                  <a:gd name="connsiteX15" fmla="*/ 38100 w 381000"/>
                  <a:gd name="connsiteY15" fmla="*/ 400050 h 495300"/>
                  <a:gd name="connsiteX16" fmla="*/ 0 w 381000"/>
                  <a:gd name="connsiteY16" fmla="*/ 400050 h 495300"/>
                  <a:gd name="connsiteX17" fmla="*/ 38100 w 381000"/>
                  <a:gd name="connsiteY17" fmla="*/ 400050 h 495300"/>
                  <a:gd name="connsiteX18" fmla="*/ 381000 w 381000"/>
                  <a:gd name="connsiteY18" fmla="*/ 457200 h 495300"/>
                  <a:gd name="connsiteX19" fmla="*/ 76200 w 381000"/>
                  <a:gd name="connsiteY19" fmla="*/ 304800 h 495300"/>
                  <a:gd name="connsiteX20" fmla="*/ 76200 w 381000"/>
                  <a:gd name="connsiteY20" fmla="*/ 70485 h 495300"/>
                  <a:gd name="connsiteX21" fmla="*/ 95250 w 381000"/>
                  <a:gd name="connsiteY21" fmla="*/ 38100 h 495300"/>
                  <a:gd name="connsiteX22" fmla="*/ 57150 w 381000"/>
                  <a:gd name="connsiteY22" fmla="*/ 0 h 495300"/>
                  <a:gd name="connsiteX23" fmla="*/ 19050 w 381000"/>
                  <a:gd name="connsiteY23" fmla="*/ 38100 h 495300"/>
                  <a:gd name="connsiteX24" fmla="*/ 38100 w 381000"/>
                  <a:gd name="connsiteY24" fmla="*/ 70485 h 495300"/>
                  <a:gd name="connsiteX25" fmla="*/ 38100 w 381000"/>
                  <a:gd name="connsiteY25" fmla="*/ 304800 h 495300"/>
                  <a:gd name="connsiteX26" fmla="*/ 342900 w 381000"/>
                  <a:gd name="connsiteY26" fmla="*/ 495300 h 495300"/>
                  <a:gd name="connsiteX27" fmla="*/ 381000 w 381000"/>
                  <a:gd name="connsiteY27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190500 w 361950"/>
                  <a:gd name="connsiteY5" fmla="*/ 41910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209550 w 361950"/>
                  <a:gd name="connsiteY8" fmla="*/ 400050 h 495300"/>
                  <a:gd name="connsiteX9" fmla="*/ 190500 w 361950"/>
                  <a:gd name="connsiteY9" fmla="*/ 419100 h 495300"/>
                  <a:gd name="connsiteX10" fmla="*/ 95250 w 361950"/>
                  <a:gd name="connsiteY10" fmla="*/ 419100 h 495300"/>
                  <a:gd name="connsiteX11" fmla="*/ 76200 w 361950"/>
                  <a:gd name="connsiteY11" fmla="*/ 400050 h 495300"/>
                  <a:gd name="connsiteX12" fmla="*/ 95250 w 361950"/>
                  <a:gd name="connsiteY12" fmla="*/ 381000 h 495300"/>
                  <a:gd name="connsiteX13" fmla="*/ 114300 w 361950"/>
                  <a:gd name="connsiteY13" fmla="*/ 400050 h 495300"/>
                  <a:gd name="connsiteX14" fmla="*/ 95250 w 361950"/>
                  <a:gd name="connsiteY14" fmla="*/ 419100 h 495300"/>
                  <a:gd name="connsiteX15" fmla="*/ 361950 w 361950"/>
                  <a:gd name="connsiteY15" fmla="*/ 457200 h 495300"/>
                  <a:gd name="connsiteX16" fmla="*/ 57150 w 361950"/>
                  <a:gd name="connsiteY16" fmla="*/ 304800 h 495300"/>
                  <a:gd name="connsiteX17" fmla="*/ 57150 w 361950"/>
                  <a:gd name="connsiteY17" fmla="*/ 70485 h 495300"/>
                  <a:gd name="connsiteX18" fmla="*/ 76200 w 361950"/>
                  <a:gd name="connsiteY18" fmla="*/ 38100 h 495300"/>
                  <a:gd name="connsiteX19" fmla="*/ 38100 w 361950"/>
                  <a:gd name="connsiteY19" fmla="*/ 0 h 495300"/>
                  <a:gd name="connsiteX20" fmla="*/ 0 w 361950"/>
                  <a:gd name="connsiteY20" fmla="*/ 38100 h 495300"/>
                  <a:gd name="connsiteX21" fmla="*/ 19050 w 361950"/>
                  <a:gd name="connsiteY21" fmla="*/ 70485 h 495300"/>
                  <a:gd name="connsiteX22" fmla="*/ 19050 w 361950"/>
                  <a:gd name="connsiteY22" fmla="*/ 304800 h 495300"/>
                  <a:gd name="connsiteX23" fmla="*/ 323850 w 361950"/>
                  <a:gd name="connsiteY23" fmla="*/ 495300 h 495300"/>
                  <a:gd name="connsiteX24" fmla="*/ 361950 w 361950"/>
                  <a:gd name="connsiteY24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190500 w 361950"/>
                  <a:gd name="connsiteY5" fmla="*/ 41910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209550 w 361950"/>
                  <a:gd name="connsiteY8" fmla="*/ 400050 h 495300"/>
                  <a:gd name="connsiteX9" fmla="*/ 190500 w 361950"/>
                  <a:gd name="connsiteY9" fmla="*/ 419100 h 495300"/>
                  <a:gd name="connsiteX10" fmla="*/ 114300 w 361950"/>
                  <a:gd name="connsiteY10" fmla="*/ 400050 h 495300"/>
                  <a:gd name="connsiteX11" fmla="*/ 76200 w 361950"/>
                  <a:gd name="connsiteY11" fmla="*/ 400050 h 495300"/>
                  <a:gd name="connsiteX12" fmla="*/ 95250 w 361950"/>
                  <a:gd name="connsiteY12" fmla="*/ 381000 h 495300"/>
                  <a:gd name="connsiteX13" fmla="*/ 114300 w 361950"/>
                  <a:gd name="connsiteY13" fmla="*/ 400050 h 495300"/>
                  <a:gd name="connsiteX14" fmla="*/ 361950 w 361950"/>
                  <a:gd name="connsiteY14" fmla="*/ 457200 h 495300"/>
                  <a:gd name="connsiteX15" fmla="*/ 57150 w 361950"/>
                  <a:gd name="connsiteY15" fmla="*/ 304800 h 495300"/>
                  <a:gd name="connsiteX16" fmla="*/ 57150 w 361950"/>
                  <a:gd name="connsiteY16" fmla="*/ 70485 h 495300"/>
                  <a:gd name="connsiteX17" fmla="*/ 76200 w 361950"/>
                  <a:gd name="connsiteY17" fmla="*/ 38100 h 495300"/>
                  <a:gd name="connsiteX18" fmla="*/ 38100 w 361950"/>
                  <a:gd name="connsiteY18" fmla="*/ 0 h 495300"/>
                  <a:gd name="connsiteX19" fmla="*/ 0 w 361950"/>
                  <a:gd name="connsiteY19" fmla="*/ 38100 h 495300"/>
                  <a:gd name="connsiteX20" fmla="*/ 19050 w 361950"/>
                  <a:gd name="connsiteY20" fmla="*/ 70485 h 495300"/>
                  <a:gd name="connsiteX21" fmla="*/ 19050 w 361950"/>
                  <a:gd name="connsiteY21" fmla="*/ 304800 h 495300"/>
                  <a:gd name="connsiteX22" fmla="*/ 323850 w 361950"/>
                  <a:gd name="connsiteY22" fmla="*/ 495300 h 495300"/>
                  <a:gd name="connsiteX23" fmla="*/ 361950 w 361950"/>
                  <a:gd name="connsiteY23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190500 w 361950"/>
                  <a:gd name="connsiteY5" fmla="*/ 41910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209550 w 361950"/>
                  <a:gd name="connsiteY8" fmla="*/ 400050 h 495300"/>
                  <a:gd name="connsiteX9" fmla="*/ 190500 w 361950"/>
                  <a:gd name="connsiteY9" fmla="*/ 419100 h 495300"/>
                  <a:gd name="connsiteX10" fmla="*/ 114300 w 361950"/>
                  <a:gd name="connsiteY10" fmla="*/ 400050 h 495300"/>
                  <a:gd name="connsiteX11" fmla="*/ 76200 w 361950"/>
                  <a:gd name="connsiteY11" fmla="*/ 400050 h 495300"/>
                  <a:gd name="connsiteX12" fmla="*/ 114300 w 361950"/>
                  <a:gd name="connsiteY12" fmla="*/ 400050 h 495300"/>
                  <a:gd name="connsiteX13" fmla="*/ 361950 w 361950"/>
                  <a:gd name="connsiteY13" fmla="*/ 457200 h 495300"/>
                  <a:gd name="connsiteX14" fmla="*/ 57150 w 361950"/>
                  <a:gd name="connsiteY14" fmla="*/ 304800 h 495300"/>
                  <a:gd name="connsiteX15" fmla="*/ 57150 w 361950"/>
                  <a:gd name="connsiteY15" fmla="*/ 70485 h 495300"/>
                  <a:gd name="connsiteX16" fmla="*/ 76200 w 361950"/>
                  <a:gd name="connsiteY16" fmla="*/ 38100 h 495300"/>
                  <a:gd name="connsiteX17" fmla="*/ 38100 w 361950"/>
                  <a:gd name="connsiteY17" fmla="*/ 0 h 495300"/>
                  <a:gd name="connsiteX18" fmla="*/ 0 w 361950"/>
                  <a:gd name="connsiteY18" fmla="*/ 38100 h 495300"/>
                  <a:gd name="connsiteX19" fmla="*/ 19050 w 361950"/>
                  <a:gd name="connsiteY19" fmla="*/ 70485 h 495300"/>
                  <a:gd name="connsiteX20" fmla="*/ 19050 w 361950"/>
                  <a:gd name="connsiteY20" fmla="*/ 304800 h 495300"/>
                  <a:gd name="connsiteX21" fmla="*/ 323850 w 361950"/>
                  <a:gd name="connsiteY21" fmla="*/ 495300 h 495300"/>
                  <a:gd name="connsiteX22" fmla="*/ 361950 w 361950"/>
                  <a:gd name="connsiteY22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190500 w 361950"/>
                  <a:gd name="connsiteY5" fmla="*/ 41910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209550 w 361950"/>
                  <a:gd name="connsiteY8" fmla="*/ 400050 h 495300"/>
                  <a:gd name="connsiteX9" fmla="*/ 190500 w 361950"/>
                  <a:gd name="connsiteY9" fmla="*/ 419100 h 495300"/>
                  <a:gd name="connsiteX10" fmla="*/ 361950 w 361950"/>
                  <a:gd name="connsiteY10" fmla="*/ 457200 h 495300"/>
                  <a:gd name="connsiteX11" fmla="*/ 57150 w 361950"/>
                  <a:gd name="connsiteY11" fmla="*/ 304800 h 495300"/>
                  <a:gd name="connsiteX12" fmla="*/ 57150 w 361950"/>
                  <a:gd name="connsiteY12" fmla="*/ 70485 h 495300"/>
                  <a:gd name="connsiteX13" fmla="*/ 76200 w 361950"/>
                  <a:gd name="connsiteY13" fmla="*/ 38100 h 495300"/>
                  <a:gd name="connsiteX14" fmla="*/ 38100 w 361950"/>
                  <a:gd name="connsiteY14" fmla="*/ 0 h 495300"/>
                  <a:gd name="connsiteX15" fmla="*/ 0 w 361950"/>
                  <a:gd name="connsiteY15" fmla="*/ 38100 h 495300"/>
                  <a:gd name="connsiteX16" fmla="*/ 19050 w 361950"/>
                  <a:gd name="connsiteY16" fmla="*/ 70485 h 495300"/>
                  <a:gd name="connsiteX17" fmla="*/ 19050 w 361950"/>
                  <a:gd name="connsiteY17" fmla="*/ 304800 h 495300"/>
                  <a:gd name="connsiteX18" fmla="*/ 323850 w 361950"/>
                  <a:gd name="connsiteY18" fmla="*/ 495300 h 495300"/>
                  <a:gd name="connsiteX19" fmla="*/ 361950 w 361950"/>
                  <a:gd name="connsiteY19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209550 w 361950"/>
                  <a:gd name="connsiteY5" fmla="*/ 40005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209550 w 361950"/>
                  <a:gd name="connsiteY8" fmla="*/ 400050 h 495300"/>
                  <a:gd name="connsiteX9" fmla="*/ 361950 w 361950"/>
                  <a:gd name="connsiteY9" fmla="*/ 457200 h 495300"/>
                  <a:gd name="connsiteX10" fmla="*/ 57150 w 361950"/>
                  <a:gd name="connsiteY10" fmla="*/ 304800 h 495300"/>
                  <a:gd name="connsiteX11" fmla="*/ 57150 w 361950"/>
                  <a:gd name="connsiteY11" fmla="*/ 70485 h 495300"/>
                  <a:gd name="connsiteX12" fmla="*/ 76200 w 361950"/>
                  <a:gd name="connsiteY12" fmla="*/ 38100 h 495300"/>
                  <a:gd name="connsiteX13" fmla="*/ 38100 w 361950"/>
                  <a:gd name="connsiteY13" fmla="*/ 0 h 495300"/>
                  <a:gd name="connsiteX14" fmla="*/ 0 w 361950"/>
                  <a:gd name="connsiteY14" fmla="*/ 38100 h 495300"/>
                  <a:gd name="connsiteX15" fmla="*/ 19050 w 361950"/>
                  <a:gd name="connsiteY15" fmla="*/ 70485 h 495300"/>
                  <a:gd name="connsiteX16" fmla="*/ 19050 w 361950"/>
                  <a:gd name="connsiteY16" fmla="*/ 304800 h 495300"/>
                  <a:gd name="connsiteX17" fmla="*/ 323850 w 361950"/>
                  <a:gd name="connsiteY17" fmla="*/ 495300 h 495300"/>
                  <a:gd name="connsiteX18" fmla="*/ 361950 w 361950"/>
                  <a:gd name="connsiteY18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190500 w 361950"/>
                  <a:gd name="connsiteY5" fmla="*/ 381000 h 495300"/>
                  <a:gd name="connsiteX6" fmla="*/ 171450 w 361950"/>
                  <a:gd name="connsiteY6" fmla="*/ 400050 h 495300"/>
                  <a:gd name="connsiteX7" fmla="*/ 190500 w 361950"/>
                  <a:gd name="connsiteY7" fmla="*/ 381000 h 495300"/>
                  <a:gd name="connsiteX8" fmla="*/ 361950 w 361950"/>
                  <a:gd name="connsiteY8" fmla="*/ 457200 h 495300"/>
                  <a:gd name="connsiteX9" fmla="*/ 57150 w 361950"/>
                  <a:gd name="connsiteY9" fmla="*/ 304800 h 495300"/>
                  <a:gd name="connsiteX10" fmla="*/ 57150 w 361950"/>
                  <a:gd name="connsiteY10" fmla="*/ 70485 h 495300"/>
                  <a:gd name="connsiteX11" fmla="*/ 76200 w 361950"/>
                  <a:gd name="connsiteY11" fmla="*/ 38100 h 495300"/>
                  <a:gd name="connsiteX12" fmla="*/ 38100 w 361950"/>
                  <a:gd name="connsiteY12" fmla="*/ 0 h 495300"/>
                  <a:gd name="connsiteX13" fmla="*/ 0 w 361950"/>
                  <a:gd name="connsiteY13" fmla="*/ 38100 h 495300"/>
                  <a:gd name="connsiteX14" fmla="*/ 19050 w 361950"/>
                  <a:gd name="connsiteY14" fmla="*/ 70485 h 495300"/>
                  <a:gd name="connsiteX15" fmla="*/ 19050 w 361950"/>
                  <a:gd name="connsiteY15" fmla="*/ 304800 h 495300"/>
                  <a:gd name="connsiteX16" fmla="*/ 323850 w 361950"/>
                  <a:gd name="connsiteY16" fmla="*/ 495300 h 495300"/>
                  <a:gd name="connsiteX17" fmla="*/ 361950 w 361950"/>
                  <a:gd name="connsiteY17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381000 h 495300"/>
                  <a:gd name="connsiteX3" fmla="*/ 304800 w 361950"/>
                  <a:gd name="connsiteY3" fmla="*/ 400050 h 495300"/>
                  <a:gd name="connsiteX4" fmla="*/ 285750 w 361950"/>
                  <a:gd name="connsiteY4" fmla="*/ 419100 h 495300"/>
                  <a:gd name="connsiteX5" fmla="*/ 361950 w 361950"/>
                  <a:gd name="connsiteY5" fmla="*/ 457200 h 495300"/>
                  <a:gd name="connsiteX6" fmla="*/ 57150 w 361950"/>
                  <a:gd name="connsiteY6" fmla="*/ 304800 h 495300"/>
                  <a:gd name="connsiteX7" fmla="*/ 57150 w 361950"/>
                  <a:gd name="connsiteY7" fmla="*/ 70485 h 495300"/>
                  <a:gd name="connsiteX8" fmla="*/ 76200 w 361950"/>
                  <a:gd name="connsiteY8" fmla="*/ 38100 h 495300"/>
                  <a:gd name="connsiteX9" fmla="*/ 38100 w 361950"/>
                  <a:gd name="connsiteY9" fmla="*/ 0 h 495300"/>
                  <a:gd name="connsiteX10" fmla="*/ 0 w 361950"/>
                  <a:gd name="connsiteY10" fmla="*/ 38100 h 495300"/>
                  <a:gd name="connsiteX11" fmla="*/ 19050 w 361950"/>
                  <a:gd name="connsiteY11" fmla="*/ 70485 h 495300"/>
                  <a:gd name="connsiteX12" fmla="*/ 19050 w 361950"/>
                  <a:gd name="connsiteY12" fmla="*/ 304800 h 495300"/>
                  <a:gd name="connsiteX13" fmla="*/ 323850 w 361950"/>
                  <a:gd name="connsiteY13" fmla="*/ 495300 h 495300"/>
                  <a:gd name="connsiteX14" fmla="*/ 361950 w 361950"/>
                  <a:gd name="connsiteY14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304800 w 361950"/>
                  <a:gd name="connsiteY2" fmla="*/ 400050 h 495300"/>
                  <a:gd name="connsiteX3" fmla="*/ 285750 w 361950"/>
                  <a:gd name="connsiteY3" fmla="*/ 419100 h 495300"/>
                  <a:gd name="connsiteX4" fmla="*/ 361950 w 361950"/>
                  <a:gd name="connsiteY4" fmla="*/ 457200 h 495300"/>
                  <a:gd name="connsiteX5" fmla="*/ 57150 w 361950"/>
                  <a:gd name="connsiteY5" fmla="*/ 304800 h 495300"/>
                  <a:gd name="connsiteX6" fmla="*/ 57150 w 361950"/>
                  <a:gd name="connsiteY6" fmla="*/ 70485 h 495300"/>
                  <a:gd name="connsiteX7" fmla="*/ 76200 w 361950"/>
                  <a:gd name="connsiteY7" fmla="*/ 38100 h 495300"/>
                  <a:gd name="connsiteX8" fmla="*/ 38100 w 361950"/>
                  <a:gd name="connsiteY8" fmla="*/ 0 h 495300"/>
                  <a:gd name="connsiteX9" fmla="*/ 0 w 361950"/>
                  <a:gd name="connsiteY9" fmla="*/ 38100 h 495300"/>
                  <a:gd name="connsiteX10" fmla="*/ 19050 w 361950"/>
                  <a:gd name="connsiteY10" fmla="*/ 70485 h 495300"/>
                  <a:gd name="connsiteX11" fmla="*/ 19050 w 361950"/>
                  <a:gd name="connsiteY11" fmla="*/ 304800 h 495300"/>
                  <a:gd name="connsiteX12" fmla="*/ 323850 w 361950"/>
                  <a:gd name="connsiteY12" fmla="*/ 495300 h 495300"/>
                  <a:gd name="connsiteX13" fmla="*/ 361950 w 361950"/>
                  <a:gd name="connsiteY13" fmla="*/ 457200 h 495300"/>
                  <a:gd name="connsiteX0" fmla="*/ 285750 w 361950"/>
                  <a:gd name="connsiteY0" fmla="*/ 419100 h 495300"/>
                  <a:gd name="connsiteX1" fmla="*/ 266700 w 361950"/>
                  <a:gd name="connsiteY1" fmla="*/ 400050 h 495300"/>
                  <a:gd name="connsiteX2" fmla="*/ 285750 w 361950"/>
                  <a:gd name="connsiteY2" fmla="*/ 419100 h 495300"/>
                  <a:gd name="connsiteX3" fmla="*/ 361950 w 361950"/>
                  <a:gd name="connsiteY3" fmla="*/ 457200 h 495300"/>
                  <a:gd name="connsiteX4" fmla="*/ 57150 w 361950"/>
                  <a:gd name="connsiteY4" fmla="*/ 304800 h 495300"/>
                  <a:gd name="connsiteX5" fmla="*/ 57150 w 361950"/>
                  <a:gd name="connsiteY5" fmla="*/ 70485 h 495300"/>
                  <a:gd name="connsiteX6" fmla="*/ 76200 w 361950"/>
                  <a:gd name="connsiteY6" fmla="*/ 38100 h 495300"/>
                  <a:gd name="connsiteX7" fmla="*/ 38100 w 361950"/>
                  <a:gd name="connsiteY7" fmla="*/ 0 h 495300"/>
                  <a:gd name="connsiteX8" fmla="*/ 0 w 361950"/>
                  <a:gd name="connsiteY8" fmla="*/ 38100 h 495300"/>
                  <a:gd name="connsiteX9" fmla="*/ 19050 w 361950"/>
                  <a:gd name="connsiteY9" fmla="*/ 70485 h 495300"/>
                  <a:gd name="connsiteX10" fmla="*/ 19050 w 361950"/>
                  <a:gd name="connsiteY10" fmla="*/ 304800 h 495300"/>
                  <a:gd name="connsiteX11" fmla="*/ 323850 w 361950"/>
                  <a:gd name="connsiteY11" fmla="*/ 495300 h 495300"/>
                  <a:gd name="connsiteX12" fmla="*/ 361950 w 361950"/>
                  <a:gd name="connsiteY12" fmla="*/ 457200 h 495300"/>
                  <a:gd name="connsiteX0" fmla="*/ 361950 w 361950"/>
                  <a:gd name="connsiteY0" fmla="*/ 457200 h 495300"/>
                  <a:gd name="connsiteX1" fmla="*/ 57150 w 361950"/>
                  <a:gd name="connsiteY1" fmla="*/ 304800 h 495300"/>
                  <a:gd name="connsiteX2" fmla="*/ 57150 w 361950"/>
                  <a:gd name="connsiteY2" fmla="*/ 70485 h 495300"/>
                  <a:gd name="connsiteX3" fmla="*/ 76200 w 361950"/>
                  <a:gd name="connsiteY3" fmla="*/ 38100 h 495300"/>
                  <a:gd name="connsiteX4" fmla="*/ 38100 w 361950"/>
                  <a:gd name="connsiteY4" fmla="*/ 0 h 495300"/>
                  <a:gd name="connsiteX5" fmla="*/ 0 w 361950"/>
                  <a:gd name="connsiteY5" fmla="*/ 38100 h 495300"/>
                  <a:gd name="connsiteX6" fmla="*/ 19050 w 361950"/>
                  <a:gd name="connsiteY6" fmla="*/ 70485 h 495300"/>
                  <a:gd name="connsiteX7" fmla="*/ 19050 w 361950"/>
                  <a:gd name="connsiteY7" fmla="*/ 304800 h 495300"/>
                  <a:gd name="connsiteX8" fmla="*/ 323850 w 361950"/>
                  <a:gd name="connsiteY8" fmla="*/ 495300 h 495300"/>
                  <a:gd name="connsiteX9" fmla="*/ 361950 w 361950"/>
                  <a:gd name="connsiteY9" fmla="*/ 457200 h 495300"/>
                  <a:gd name="connsiteX0" fmla="*/ 323850 w 323979"/>
                  <a:gd name="connsiteY0" fmla="*/ 495300 h 495300"/>
                  <a:gd name="connsiteX1" fmla="*/ 57150 w 323979"/>
                  <a:gd name="connsiteY1" fmla="*/ 304800 h 495300"/>
                  <a:gd name="connsiteX2" fmla="*/ 57150 w 323979"/>
                  <a:gd name="connsiteY2" fmla="*/ 70485 h 495300"/>
                  <a:gd name="connsiteX3" fmla="*/ 76200 w 323979"/>
                  <a:gd name="connsiteY3" fmla="*/ 38100 h 495300"/>
                  <a:gd name="connsiteX4" fmla="*/ 38100 w 323979"/>
                  <a:gd name="connsiteY4" fmla="*/ 0 h 495300"/>
                  <a:gd name="connsiteX5" fmla="*/ 0 w 323979"/>
                  <a:gd name="connsiteY5" fmla="*/ 38100 h 495300"/>
                  <a:gd name="connsiteX6" fmla="*/ 19050 w 323979"/>
                  <a:gd name="connsiteY6" fmla="*/ 70485 h 495300"/>
                  <a:gd name="connsiteX7" fmla="*/ 19050 w 323979"/>
                  <a:gd name="connsiteY7" fmla="*/ 304800 h 495300"/>
                  <a:gd name="connsiteX8" fmla="*/ 323850 w 323979"/>
                  <a:gd name="connsiteY8" fmla="*/ 495300 h 495300"/>
                  <a:gd name="connsiteX0" fmla="*/ 19050 w 76200"/>
                  <a:gd name="connsiteY0" fmla="*/ 304800 h 304800"/>
                  <a:gd name="connsiteX1" fmla="*/ 57150 w 76200"/>
                  <a:gd name="connsiteY1" fmla="*/ 304800 h 304800"/>
                  <a:gd name="connsiteX2" fmla="*/ 57150 w 76200"/>
                  <a:gd name="connsiteY2" fmla="*/ 70485 h 304800"/>
                  <a:gd name="connsiteX3" fmla="*/ 76200 w 76200"/>
                  <a:gd name="connsiteY3" fmla="*/ 38100 h 304800"/>
                  <a:gd name="connsiteX4" fmla="*/ 38100 w 76200"/>
                  <a:gd name="connsiteY4" fmla="*/ 0 h 304800"/>
                  <a:gd name="connsiteX5" fmla="*/ 0 w 76200"/>
                  <a:gd name="connsiteY5" fmla="*/ 38100 h 304800"/>
                  <a:gd name="connsiteX6" fmla="*/ 19050 w 76200"/>
                  <a:gd name="connsiteY6" fmla="*/ 70485 h 304800"/>
                  <a:gd name="connsiteX7" fmla="*/ 19050 w 76200"/>
                  <a:gd name="connsiteY7" fmla="*/ 30480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04800">
                    <a:moveTo>
                      <a:pt x="19050" y="304800"/>
                    </a:moveTo>
                    <a:lnTo>
                      <a:pt x="57150" y="304800"/>
                    </a:lnTo>
                    <a:lnTo>
                      <a:pt x="57150" y="70485"/>
                    </a:lnTo>
                    <a:cubicBezTo>
                      <a:pt x="68580" y="63817"/>
                      <a:pt x="76200" y="5143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2388"/>
                      <a:pt x="7620" y="64770"/>
                      <a:pt x="19050" y="70485"/>
                    </a:cubicBezTo>
                    <a:lnTo>
                      <a:pt x="19050" y="3048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FE85FA3-7689-9713-4854-6C49972E917A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>
              <a:off x="2354285" y="4977827"/>
              <a:ext cx="34479" cy="50079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B6C1C1D-8229-387C-79A6-5B6A177F3C59}"/>
                </a:ext>
              </a:extLst>
            </p:cNvPr>
            <p:cNvCxnSpPr>
              <a:cxnSpLocks/>
              <a:stCxn id="157" idx="0"/>
              <a:endCxn id="48" idx="17"/>
            </p:cNvCxnSpPr>
            <p:nvPr/>
          </p:nvCxnSpPr>
          <p:spPr>
            <a:xfrm>
              <a:off x="2388764" y="4977827"/>
              <a:ext cx="66318" cy="487559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C61AC3F-ABF8-CCC1-4841-0780AFAECB8A}"/>
                </a:ext>
              </a:extLst>
            </p:cNvPr>
            <p:cNvCxnSpPr>
              <a:cxnSpLocks/>
              <a:stCxn id="157" idx="0"/>
              <a:endCxn id="48" idx="16"/>
            </p:cNvCxnSpPr>
            <p:nvPr/>
          </p:nvCxnSpPr>
          <p:spPr>
            <a:xfrm>
              <a:off x="2388764" y="4977827"/>
              <a:ext cx="158947" cy="50209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40508AF-247E-45C9-6D47-823C5034D073}"/>
                </a:ext>
              </a:extLst>
            </p:cNvPr>
            <p:cNvCxnSpPr>
              <a:cxnSpLocks/>
              <a:stCxn id="157" idx="0"/>
              <a:endCxn id="48" idx="15"/>
            </p:cNvCxnSpPr>
            <p:nvPr/>
          </p:nvCxnSpPr>
          <p:spPr>
            <a:xfrm>
              <a:off x="2388764" y="4977827"/>
              <a:ext cx="220699" cy="51285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3814BAD-EE1B-7840-3B97-460312687BDB}"/>
                </a:ext>
              </a:extLst>
            </p:cNvPr>
            <p:cNvCxnSpPr>
              <a:cxnSpLocks/>
              <a:stCxn id="157" idx="0"/>
              <a:endCxn id="48" idx="14"/>
            </p:cNvCxnSpPr>
            <p:nvPr/>
          </p:nvCxnSpPr>
          <p:spPr>
            <a:xfrm>
              <a:off x="2388764" y="4977827"/>
              <a:ext cx="282452" cy="50209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EF6E6EC-8C2F-F257-C822-D683719FD401}"/>
                </a:ext>
              </a:extLst>
            </p:cNvPr>
            <p:cNvCxnSpPr>
              <a:cxnSpLocks/>
              <a:stCxn id="157" idx="0"/>
              <a:endCxn id="48" idx="12"/>
            </p:cNvCxnSpPr>
            <p:nvPr/>
          </p:nvCxnSpPr>
          <p:spPr>
            <a:xfrm>
              <a:off x="2388764" y="4977827"/>
              <a:ext cx="375080" cy="487559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5953E22-E455-8109-3BC4-A9FEBF21E8DF}"/>
                </a:ext>
              </a:extLst>
            </p:cNvPr>
            <p:cNvCxnSpPr>
              <a:cxnSpLocks/>
              <a:stCxn id="157" idx="0"/>
              <a:endCxn id="48" idx="11"/>
            </p:cNvCxnSpPr>
            <p:nvPr/>
          </p:nvCxnSpPr>
          <p:spPr>
            <a:xfrm>
              <a:off x="2388764" y="4977827"/>
              <a:ext cx="467709" cy="502096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B52F39F-BEF2-D7F9-5E6C-B96CD77130D4}"/>
                </a:ext>
              </a:extLst>
            </p:cNvPr>
            <p:cNvCxnSpPr>
              <a:cxnSpLocks/>
            </p:cNvCxnSpPr>
            <p:nvPr/>
          </p:nvCxnSpPr>
          <p:spPr>
            <a:xfrm>
              <a:off x="2849632" y="4884420"/>
              <a:ext cx="67125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480AB36-ADE1-F4EE-EA0C-DF248CA802B7}"/>
                </a:ext>
              </a:extLst>
            </p:cNvPr>
            <p:cNvSpPr/>
            <p:nvPr/>
          </p:nvSpPr>
          <p:spPr>
            <a:xfrm>
              <a:off x="2924549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0DD36FB-E616-6F08-0B2B-77FE3B6AF0B3}"/>
                </a:ext>
              </a:extLst>
            </p:cNvPr>
            <p:cNvSpPr/>
            <p:nvPr/>
          </p:nvSpPr>
          <p:spPr>
            <a:xfrm>
              <a:off x="3007396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D9894F7-3348-C6D6-0D84-D01D414E3300}"/>
                </a:ext>
              </a:extLst>
            </p:cNvPr>
            <p:cNvSpPr/>
            <p:nvPr/>
          </p:nvSpPr>
          <p:spPr>
            <a:xfrm>
              <a:off x="3095446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1714510-5A4D-3DCE-B66B-C4DB7DFCBBED}"/>
                </a:ext>
              </a:extLst>
            </p:cNvPr>
            <p:cNvSpPr/>
            <p:nvPr/>
          </p:nvSpPr>
          <p:spPr>
            <a:xfrm>
              <a:off x="3183496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7465F5A-1550-B43A-AE2D-D2C8C358382B}"/>
                </a:ext>
              </a:extLst>
            </p:cNvPr>
            <p:cNvSpPr/>
            <p:nvPr/>
          </p:nvSpPr>
          <p:spPr>
            <a:xfrm>
              <a:off x="3267946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B21226F-3D8E-50F6-136A-097402E16E18}"/>
                </a:ext>
              </a:extLst>
            </p:cNvPr>
            <p:cNvSpPr/>
            <p:nvPr/>
          </p:nvSpPr>
          <p:spPr>
            <a:xfrm>
              <a:off x="3348090" y="485767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096B428-4988-409D-83E4-6513E4C8B3E4}"/>
                </a:ext>
              </a:extLst>
            </p:cNvPr>
            <p:cNvSpPr/>
            <p:nvPr/>
          </p:nvSpPr>
          <p:spPr>
            <a:xfrm>
              <a:off x="3439494" y="4858961"/>
              <a:ext cx="7200" cy="72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6058603-2278-FF75-6F9E-47506597A254}"/>
              </a:ext>
            </a:extLst>
          </p:cNvPr>
          <p:cNvGrpSpPr/>
          <p:nvPr/>
        </p:nvGrpSpPr>
        <p:grpSpPr>
          <a:xfrm>
            <a:off x="2047305" y="4335780"/>
            <a:ext cx="1376940" cy="1402210"/>
            <a:chOff x="2047305" y="4335780"/>
            <a:chExt cx="1376940" cy="1402210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4C58D2B-5888-0B64-ECFD-956F4D073B47}"/>
                </a:ext>
              </a:extLst>
            </p:cNvPr>
            <p:cNvSpPr/>
            <p:nvPr/>
          </p:nvSpPr>
          <p:spPr>
            <a:xfrm>
              <a:off x="2047305" y="4335780"/>
              <a:ext cx="1376940" cy="1402210"/>
            </a:xfrm>
            <a:prstGeom prst="rect">
              <a:avLst/>
            </a:prstGeom>
            <a:solidFill>
              <a:srgbClr val="1A78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5" name="Graphic 194" descr="Skeleton with solid fill">
              <a:extLst>
                <a:ext uri="{FF2B5EF4-FFF2-40B4-BE49-F238E27FC236}">
                  <a16:creationId xmlns:a16="http://schemas.microsoft.com/office/drawing/2014/main" id="{75908442-6E96-EDBB-BB6A-78102A833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03250" y="4404360"/>
              <a:ext cx="1265050" cy="1265050"/>
            </a:xfrm>
            <a:prstGeom prst="rect">
              <a:avLst/>
            </a:prstGeom>
          </p:spPr>
        </p:pic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730278DA-D210-96FE-3E9E-4023F3A2D264}"/>
              </a:ext>
            </a:extLst>
          </p:cNvPr>
          <p:cNvSpPr txBox="1"/>
          <p:nvPr/>
        </p:nvSpPr>
        <p:spPr>
          <a:xfrm>
            <a:off x="8120380" y="2473931"/>
            <a:ext cx="372225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Numerical methods:</a:t>
            </a:r>
          </a:p>
          <a:p>
            <a:pPr marL="342900" indent="-342900">
              <a:buFont typeface="Wingdings"/>
              <a:buChar char="Ø"/>
            </a:pPr>
            <a:r>
              <a:rPr lang="en-US" sz="2400"/>
              <a:t>Computational cost</a:t>
            </a:r>
          </a:p>
          <a:p>
            <a:pPr marL="342900" indent="-342900">
              <a:buFont typeface="Wingdings"/>
              <a:buChar char="Ø"/>
            </a:pPr>
            <a:r>
              <a:rPr lang="en-US" sz="2400"/>
              <a:t>Limited generalization</a:t>
            </a:r>
          </a:p>
          <a:p>
            <a:r>
              <a:rPr lang="en-US" sz="2400" dirty="0"/>
              <a:t>*Scarce or noisy data*</a:t>
            </a:r>
          </a:p>
        </p:txBody>
      </p:sp>
      <p:pic>
        <p:nvPicPr>
          <p:cNvPr id="205" name="Graphic 204" descr="Warning with solid fill">
            <a:extLst>
              <a:ext uri="{FF2B5EF4-FFF2-40B4-BE49-F238E27FC236}">
                <a16:creationId xmlns:a16="http://schemas.microsoft.com/office/drawing/2014/main" id="{277DE25F-6E4F-8797-27F8-2089E3B84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5280" y="30632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7835E0-7BE7-4E53-2CE8-435959FC30D5}"/>
              </a:ext>
            </a:extLst>
          </p:cNvPr>
          <p:cNvCxnSpPr>
            <a:stCxn id="4" idx="3"/>
          </p:cNvCxnSpPr>
          <p:nvPr/>
        </p:nvCxnSpPr>
        <p:spPr>
          <a:xfrm>
            <a:off x="3762029" y="4687646"/>
            <a:ext cx="318278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A123176-F98C-F94C-CE52-0B7BEBF8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Informed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3166-42B5-5917-51CF-BA6BBF07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5415"/>
          </a:xfrm>
        </p:spPr>
        <p:txBody>
          <a:bodyPr/>
          <a:lstStyle/>
          <a:p>
            <a:r>
              <a:rPr lang="en-US"/>
              <a:t>Forward: Predict evolution with Initial and Boundary Conditions</a:t>
            </a:r>
          </a:p>
          <a:p>
            <a:r>
              <a:rPr lang="en-US"/>
              <a:t>Inverse: Infer source terms or unknown parameters from observed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E53EEC-815C-B640-9505-B6157124F006}"/>
              </a:ext>
            </a:extLst>
          </p:cNvPr>
          <p:cNvSpPr txBox="1">
            <a:spLocks/>
          </p:cNvSpPr>
          <p:nvPr/>
        </p:nvSpPr>
        <p:spPr>
          <a:xfrm>
            <a:off x="1562389" y="4423486"/>
            <a:ext cx="2199640" cy="528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Use of PDEs</a:t>
            </a:r>
          </a:p>
        </p:txBody>
      </p:sp>
      <p:sp>
        <p:nvSpPr>
          <p:cNvPr id="7" name="Graphic 5" descr="Star outline">
            <a:extLst>
              <a:ext uri="{FF2B5EF4-FFF2-40B4-BE49-F238E27FC236}">
                <a16:creationId xmlns:a16="http://schemas.microsoft.com/office/drawing/2014/main" id="{BF220AC2-2329-8C92-E2FE-219DDEF0B62D}"/>
              </a:ext>
            </a:extLst>
          </p:cNvPr>
          <p:cNvSpPr>
            <a:spLocks noChangeAspect="1"/>
          </p:cNvSpPr>
          <p:nvPr/>
        </p:nvSpPr>
        <p:spPr>
          <a:xfrm>
            <a:off x="4681027" y="3834499"/>
            <a:ext cx="1414973" cy="1415415"/>
          </a:xfrm>
          <a:custGeom>
            <a:avLst/>
            <a:gdLst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240830 w 762000"/>
              <a:gd name="connsiteY13" fmla="*/ 470097 h 762238"/>
              <a:gd name="connsiteX14" fmla="*/ 231553 w 762000"/>
              <a:gd name="connsiteY14" fmla="*/ 462029 h 762238"/>
              <a:gd name="connsiteX15" fmla="*/ 50892 w 762000"/>
              <a:gd name="connsiteY15" fmla="*/ 304867 h 762238"/>
              <a:gd name="connsiteX16" fmla="*/ 299495 w 762000"/>
              <a:gd name="connsiteY16" fmla="*/ 304867 h 762238"/>
              <a:gd name="connsiteX17" fmla="*/ 303838 w 762000"/>
              <a:gd name="connsiteY17" fmla="*/ 291836 h 762238"/>
              <a:gd name="connsiteX18" fmla="*/ 285750 w 762000"/>
              <a:gd name="connsiteY18" fmla="*/ 285855 h 762238"/>
              <a:gd name="connsiteX19" fmla="*/ 0 w 762000"/>
              <a:gd name="connsiteY19" fmla="*/ 285855 h 762238"/>
              <a:gd name="connsiteX20" fmla="*/ 219075 w 762000"/>
              <a:gd name="connsiteY20" fmla="*/ 476355 h 762238"/>
              <a:gd name="connsiteX21" fmla="*/ 133350 w 762000"/>
              <a:gd name="connsiteY21" fmla="*/ 762238 h 762238"/>
              <a:gd name="connsiteX22" fmla="*/ 381000 w 762000"/>
              <a:gd name="connsiteY22" fmla="*/ 590740 h 762238"/>
              <a:gd name="connsiteX23" fmla="*/ 628650 w 762000"/>
              <a:gd name="connsiteY23" fmla="*/ 762238 h 762238"/>
              <a:gd name="connsiteX24" fmla="*/ 542925 w 762000"/>
              <a:gd name="connsiteY24" fmla="*/ 476402 h 762238"/>
              <a:gd name="connsiteX25" fmla="*/ 762000 w 762000"/>
              <a:gd name="connsiteY25" fmla="*/ 285902 h 762238"/>
              <a:gd name="connsiteX26" fmla="*/ 476250 w 762000"/>
              <a:gd name="connsiteY26" fmla="*/ 285902 h 762238"/>
              <a:gd name="connsiteX27" fmla="*/ 381000 w 762000"/>
              <a:gd name="connsiteY27" fmla="*/ 0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240830 w 762000"/>
              <a:gd name="connsiteY13" fmla="*/ 470097 h 762238"/>
              <a:gd name="connsiteX14" fmla="*/ 231553 w 762000"/>
              <a:gd name="connsiteY14" fmla="*/ 462029 h 762238"/>
              <a:gd name="connsiteX15" fmla="*/ 50892 w 762000"/>
              <a:gd name="connsiteY15" fmla="*/ 304867 h 762238"/>
              <a:gd name="connsiteX16" fmla="*/ 299495 w 762000"/>
              <a:gd name="connsiteY16" fmla="*/ 304867 h 762238"/>
              <a:gd name="connsiteX17" fmla="*/ 381000 w 762000"/>
              <a:gd name="connsiteY17" fmla="*/ 60274 h 762238"/>
              <a:gd name="connsiteX18" fmla="*/ 285750 w 762000"/>
              <a:gd name="connsiteY18" fmla="*/ 285855 h 762238"/>
              <a:gd name="connsiteX19" fmla="*/ 0 w 762000"/>
              <a:gd name="connsiteY19" fmla="*/ 285855 h 762238"/>
              <a:gd name="connsiteX20" fmla="*/ 219075 w 762000"/>
              <a:gd name="connsiteY20" fmla="*/ 476355 h 762238"/>
              <a:gd name="connsiteX21" fmla="*/ 133350 w 762000"/>
              <a:gd name="connsiteY21" fmla="*/ 762238 h 762238"/>
              <a:gd name="connsiteX22" fmla="*/ 381000 w 762000"/>
              <a:gd name="connsiteY22" fmla="*/ 590740 h 762238"/>
              <a:gd name="connsiteX23" fmla="*/ 628650 w 762000"/>
              <a:gd name="connsiteY23" fmla="*/ 762238 h 762238"/>
              <a:gd name="connsiteX24" fmla="*/ 542925 w 762000"/>
              <a:gd name="connsiteY24" fmla="*/ 476402 h 762238"/>
              <a:gd name="connsiteX25" fmla="*/ 762000 w 762000"/>
              <a:gd name="connsiteY25" fmla="*/ 285902 h 762238"/>
              <a:gd name="connsiteX26" fmla="*/ 476250 w 762000"/>
              <a:gd name="connsiteY26" fmla="*/ 285902 h 762238"/>
              <a:gd name="connsiteX27" fmla="*/ 381000 w 762000"/>
              <a:gd name="connsiteY27" fmla="*/ 0 h 762238"/>
              <a:gd name="connsiteX28" fmla="*/ 285750 w 762000"/>
              <a:gd name="connsiteY28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240830 w 762000"/>
              <a:gd name="connsiteY13" fmla="*/ 470097 h 762238"/>
              <a:gd name="connsiteX14" fmla="*/ 231553 w 762000"/>
              <a:gd name="connsiteY14" fmla="*/ 462029 h 762238"/>
              <a:gd name="connsiteX15" fmla="*/ 50892 w 762000"/>
              <a:gd name="connsiteY15" fmla="*/ 304867 h 762238"/>
              <a:gd name="connsiteX16" fmla="*/ 381000 w 762000"/>
              <a:gd name="connsiteY16" fmla="*/ 60274 h 762238"/>
              <a:gd name="connsiteX17" fmla="*/ 285750 w 762000"/>
              <a:gd name="connsiteY17" fmla="*/ 285855 h 762238"/>
              <a:gd name="connsiteX18" fmla="*/ 0 w 762000"/>
              <a:gd name="connsiteY18" fmla="*/ 285855 h 762238"/>
              <a:gd name="connsiteX19" fmla="*/ 219075 w 762000"/>
              <a:gd name="connsiteY19" fmla="*/ 476355 h 762238"/>
              <a:gd name="connsiteX20" fmla="*/ 133350 w 762000"/>
              <a:gd name="connsiteY20" fmla="*/ 762238 h 762238"/>
              <a:gd name="connsiteX21" fmla="*/ 381000 w 762000"/>
              <a:gd name="connsiteY21" fmla="*/ 590740 h 762238"/>
              <a:gd name="connsiteX22" fmla="*/ 628650 w 762000"/>
              <a:gd name="connsiteY22" fmla="*/ 762238 h 762238"/>
              <a:gd name="connsiteX23" fmla="*/ 542925 w 762000"/>
              <a:gd name="connsiteY23" fmla="*/ 476402 h 762238"/>
              <a:gd name="connsiteX24" fmla="*/ 762000 w 762000"/>
              <a:gd name="connsiteY24" fmla="*/ 285902 h 762238"/>
              <a:gd name="connsiteX25" fmla="*/ 476250 w 762000"/>
              <a:gd name="connsiteY25" fmla="*/ 285902 h 762238"/>
              <a:gd name="connsiteX26" fmla="*/ 381000 w 762000"/>
              <a:gd name="connsiteY26" fmla="*/ 0 h 762238"/>
              <a:gd name="connsiteX27" fmla="*/ 285750 w 762000"/>
              <a:gd name="connsiteY27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240830 w 762000"/>
              <a:gd name="connsiteY13" fmla="*/ 470097 h 762238"/>
              <a:gd name="connsiteX14" fmla="*/ 231553 w 762000"/>
              <a:gd name="connsiteY14" fmla="*/ 462029 h 762238"/>
              <a:gd name="connsiteX15" fmla="*/ 381000 w 762000"/>
              <a:gd name="connsiteY15" fmla="*/ 60274 h 762238"/>
              <a:gd name="connsiteX16" fmla="*/ 285750 w 762000"/>
              <a:gd name="connsiteY16" fmla="*/ 285855 h 762238"/>
              <a:gd name="connsiteX17" fmla="*/ 0 w 762000"/>
              <a:gd name="connsiteY17" fmla="*/ 285855 h 762238"/>
              <a:gd name="connsiteX18" fmla="*/ 219075 w 762000"/>
              <a:gd name="connsiteY18" fmla="*/ 476355 h 762238"/>
              <a:gd name="connsiteX19" fmla="*/ 133350 w 762000"/>
              <a:gd name="connsiteY19" fmla="*/ 762238 h 762238"/>
              <a:gd name="connsiteX20" fmla="*/ 381000 w 762000"/>
              <a:gd name="connsiteY20" fmla="*/ 590740 h 762238"/>
              <a:gd name="connsiteX21" fmla="*/ 628650 w 762000"/>
              <a:gd name="connsiteY21" fmla="*/ 762238 h 762238"/>
              <a:gd name="connsiteX22" fmla="*/ 542925 w 762000"/>
              <a:gd name="connsiteY22" fmla="*/ 476402 h 762238"/>
              <a:gd name="connsiteX23" fmla="*/ 762000 w 762000"/>
              <a:gd name="connsiteY23" fmla="*/ 285902 h 762238"/>
              <a:gd name="connsiteX24" fmla="*/ 476250 w 762000"/>
              <a:gd name="connsiteY24" fmla="*/ 285902 h 762238"/>
              <a:gd name="connsiteX25" fmla="*/ 381000 w 762000"/>
              <a:gd name="connsiteY25" fmla="*/ 0 h 762238"/>
              <a:gd name="connsiteX26" fmla="*/ 285750 w 762000"/>
              <a:gd name="connsiteY26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240830 w 762000"/>
              <a:gd name="connsiteY13" fmla="*/ 470097 h 762238"/>
              <a:gd name="connsiteX14" fmla="*/ 381000 w 762000"/>
              <a:gd name="connsiteY14" fmla="*/ 60274 h 762238"/>
              <a:gd name="connsiteX15" fmla="*/ 285750 w 762000"/>
              <a:gd name="connsiteY15" fmla="*/ 285855 h 762238"/>
              <a:gd name="connsiteX16" fmla="*/ 0 w 762000"/>
              <a:gd name="connsiteY16" fmla="*/ 285855 h 762238"/>
              <a:gd name="connsiteX17" fmla="*/ 219075 w 762000"/>
              <a:gd name="connsiteY17" fmla="*/ 476355 h 762238"/>
              <a:gd name="connsiteX18" fmla="*/ 133350 w 762000"/>
              <a:gd name="connsiteY18" fmla="*/ 762238 h 762238"/>
              <a:gd name="connsiteX19" fmla="*/ 381000 w 762000"/>
              <a:gd name="connsiteY19" fmla="*/ 590740 h 762238"/>
              <a:gd name="connsiteX20" fmla="*/ 628650 w 762000"/>
              <a:gd name="connsiteY20" fmla="*/ 762238 h 762238"/>
              <a:gd name="connsiteX21" fmla="*/ 542925 w 762000"/>
              <a:gd name="connsiteY21" fmla="*/ 476402 h 762238"/>
              <a:gd name="connsiteX22" fmla="*/ 762000 w 762000"/>
              <a:gd name="connsiteY22" fmla="*/ 285902 h 762238"/>
              <a:gd name="connsiteX23" fmla="*/ 476250 w 762000"/>
              <a:gd name="connsiteY23" fmla="*/ 285902 h 762238"/>
              <a:gd name="connsiteX24" fmla="*/ 381000 w 762000"/>
              <a:gd name="connsiteY24" fmla="*/ 0 h 762238"/>
              <a:gd name="connsiteX25" fmla="*/ 285750 w 762000"/>
              <a:gd name="connsiteY25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237296 w 762000"/>
              <a:gd name="connsiteY12" fmla="*/ 481879 h 762238"/>
              <a:gd name="connsiteX13" fmla="*/ 381000 w 762000"/>
              <a:gd name="connsiteY13" fmla="*/ 60274 h 762238"/>
              <a:gd name="connsiteX14" fmla="*/ 285750 w 762000"/>
              <a:gd name="connsiteY14" fmla="*/ 285855 h 762238"/>
              <a:gd name="connsiteX15" fmla="*/ 0 w 762000"/>
              <a:gd name="connsiteY15" fmla="*/ 285855 h 762238"/>
              <a:gd name="connsiteX16" fmla="*/ 219075 w 762000"/>
              <a:gd name="connsiteY16" fmla="*/ 476355 h 762238"/>
              <a:gd name="connsiteX17" fmla="*/ 133350 w 762000"/>
              <a:gd name="connsiteY17" fmla="*/ 762238 h 762238"/>
              <a:gd name="connsiteX18" fmla="*/ 381000 w 762000"/>
              <a:gd name="connsiteY18" fmla="*/ 590740 h 762238"/>
              <a:gd name="connsiteX19" fmla="*/ 628650 w 762000"/>
              <a:gd name="connsiteY19" fmla="*/ 762238 h 762238"/>
              <a:gd name="connsiteX20" fmla="*/ 542925 w 762000"/>
              <a:gd name="connsiteY20" fmla="*/ 476402 h 762238"/>
              <a:gd name="connsiteX21" fmla="*/ 762000 w 762000"/>
              <a:gd name="connsiteY21" fmla="*/ 285902 h 762238"/>
              <a:gd name="connsiteX22" fmla="*/ 476250 w 762000"/>
              <a:gd name="connsiteY22" fmla="*/ 285902 h 762238"/>
              <a:gd name="connsiteX23" fmla="*/ 381000 w 762000"/>
              <a:gd name="connsiteY23" fmla="*/ 0 h 762238"/>
              <a:gd name="connsiteX24" fmla="*/ 285750 w 762000"/>
              <a:gd name="connsiteY24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167192 w 762000"/>
              <a:gd name="connsiteY11" fmla="*/ 715604 h 762238"/>
              <a:gd name="connsiteX12" fmla="*/ 381000 w 762000"/>
              <a:gd name="connsiteY12" fmla="*/ 60274 h 762238"/>
              <a:gd name="connsiteX13" fmla="*/ 285750 w 762000"/>
              <a:gd name="connsiteY13" fmla="*/ 285855 h 762238"/>
              <a:gd name="connsiteX14" fmla="*/ 0 w 762000"/>
              <a:gd name="connsiteY14" fmla="*/ 285855 h 762238"/>
              <a:gd name="connsiteX15" fmla="*/ 219075 w 762000"/>
              <a:gd name="connsiteY15" fmla="*/ 476355 h 762238"/>
              <a:gd name="connsiteX16" fmla="*/ 133350 w 762000"/>
              <a:gd name="connsiteY16" fmla="*/ 762238 h 762238"/>
              <a:gd name="connsiteX17" fmla="*/ 381000 w 762000"/>
              <a:gd name="connsiteY17" fmla="*/ 590740 h 762238"/>
              <a:gd name="connsiteX18" fmla="*/ 628650 w 762000"/>
              <a:gd name="connsiteY18" fmla="*/ 762238 h 762238"/>
              <a:gd name="connsiteX19" fmla="*/ 542925 w 762000"/>
              <a:gd name="connsiteY19" fmla="*/ 476402 h 762238"/>
              <a:gd name="connsiteX20" fmla="*/ 762000 w 762000"/>
              <a:gd name="connsiteY20" fmla="*/ 285902 h 762238"/>
              <a:gd name="connsiteX21" fmla="*/ 476250 w 762000"/>
              <a:gd name="connsiteY21" fmla="*/ 285902 h 762238"/>
              <a:gd name="connsiteX22" fmla="*/ 381000 w 762000"/>
              <a:gd name="connsiteY22" fmla="*/ 0 h 762238"/>
              <a:gd name="connsiteX23" fmla="*/ 285750 w 762000"/>
              <a:gd name="connsiteY23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70151 w 762000"/>
              <a:gd name="connsiteY10" fmla="*/ 575072 h 762238"/>
              <a:gd name="connsiteX11" fmla="*/ 381000 w 762000"/>
              <a:gd name="connsiteY11" fmla="*/ 60274 h 762238"/>
              <a:gd name="connsiteX12" fmla="*/ 285750 w 762000"/>
              <a:gd name="connsiteY12" fmla="*/ 285855 h 762238"/>
              <a:gd name="connsiteX13" fmla="*/ 0 w 762000"/>
              <a:gd name="connsiteY13" fmla="*/ 285855 h 762238"/>
              <a:gd name="connsiteX14" fmla="*/ 219075 w 762000"/>
              <a:gd name="connsiteY14" fmla="*/ 476355 h 762238"/>
              <a:gd name="connsiteX15" fmla="*/ 133350 w 762000"/>
              <a:gd name="connsiteY15" fmla="*/ 762238 h 762238"/>
              <a:gd name="connsiteX16" fmla="*/ 381000 w 762000"/>
              <a:gd name="connsiteY16" fmla="*/ 590740 h 762238"/>
              <a:gd name="connsiteX17" fmla="*/ 628650 w 762000"/>
              <a:gd name="connsiteY17" fmla="*/ 762238 h 762238"/>
              <a:gd name="connsiteX18" fmla="*/ 542925 w 762000"/>
              <a:gd name="connsiteY18" fmla="*/ 476402 h 762238"/>
              <a:gd name="connsiteX19" fmla="*/ 762000 w 762000"/>
              <a:gd name="connsiteY19" fmla="*/ 285902 h 762238"/>
              <a:gd name="connsiteX20" fmla="*/ 476250 w 762000"/>
              <a:gd name="connsiteY20" fmla="*/ 285902 h 762238"/>
              <a:gd name="connsiteX21" fmla="*/ 381000 w 762000"/>
              <a:gd name="connsiteY21" fmla="*/ 0 h 762238"/>
              <a:gd name="connsiteX22" fmla="*/ 285750 w 762000"/>
              <a:gd name="connsiteY22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567566 h 762238"/>
              <a:gd name="connsiteX10" fmla="*/ 381000 w 762000"/>
              <a:gd name="connsiteY10" fmla="*/ 60274 h 762238"/>
              <a:gd name="connsiteX11" fmla="*/ 285750 w 762000"/>
              <a:gd name="connsiteY11" fmla="*/ 285855 h 762238"/>
              <a:gd name="connsiteX12" fmla="*/ 0 w 762000"/>
              <a:gd name="connsiteY12" fmla="*/ 285855 h 762238"/>
              <a:gd name="connsiteX13" fmla="*/ 219075 w 762000"/>
              <a:gd name="connsiteY13" fmla="*/ 476355 h 762238"/>
              <a:gd name="connsiteX14" fmla="*/ 133350 w 762000"/>
              <a:gd name="connsiteY14" fmla="*/ 762238 h 762238"/>
              <a:gd name="connsiteX15" fmla="*/ 381000 w 762000"/>
              <a:gd name="connsiteY15" fmla="*/ 590740 h 762238"/>
              <a:gd name="connsiteX16" fmla="*/ 628650 w 762000"/>
              <a:gd name="connsiteY16" fmla="*/ 762238 h 762238"/>
              <a:gd name="connsiteX17" fmla="*/ 542925 w 762000"/>
              <a:gd name="connsiteY17" fmla="*/ 476402 h 762238"/>
              <a:gd name="connsiteX18" fmla="*/ 762000 w 762000"/>
              <a:gd name="connsiteY18" fmla="*/ 285902 h 762238"/>
              <a:gd name="connsiteX19" fmla="*/ 476250 w 762000"/>
              <a:gd name="connsiteY19" fmla="*/ 285902 h 762238"/>
              <a:gd name="connsiteX20" fmla="*/ 381000 w 762000"/>
              <a:gd name="connsiteY20" fmla="*/ 0 h 762238"/>
              <a:gd name="connsiteX21" fmla="*/ 285750 w 762000"/>
              <a:gd name="connsiteY21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91830 w 762000"/>
              <a:gd name="connsiteY8" fmla="*/ 575072 h 762238"/>
              <a:gd name="connsiteX9" fmla="*/ 381000 w 762000"/>
              <a:gd name="connsiteY9" fmla="*/ 60274 h 762238"/>
              <a:gd name="connsiteX10" fmla="*/ 285750 w 762000"/>
              <a:gd name="connsiteY10" fmla="*/ 285855 h 762238"/>
              <a:gd name="connsiteX11" fmla="*/ 0 w 762000"/>
              <a:gd name="connsiteY11" fmla="*/ 285855 h 762238"/>
              <a:gd name="connsiteX12" fmla="*/ 219075 w 762000"/>
              <a:gd name="connsiteY12" fmla="*/ 476355 h 762238"/>
              <a:gd name="connsiteX13" fmla="*/ 133350 w 762000"/>
              <a:gd name="connsiteY13" fmla="*/ 762238 h 762238"/>
              <a:gd name="connsiteX14" fmla="*/ 381000 w 762000"/>
              <a:gd name="connsiteY14" fmla="*/ 590740 h 762238"/>
              <a:gd name="connsiteX15" fmla="*/ 628650 w 762000"/>
              <a:gd name="connsiteY15" fmla="*/ 762238 h 762238"/>
              <a:gd name="connsiteX16" fmla="*/ 542925 w 762000"/>
              <a:gd name="connsiteY16" fmla="*/ 476402 h 762238"/>
              <a:gd name="connsiteX17" fmla="*/ 762000 w 762000"/>
              <a:gd name="connsiteY17" fmla="*/ 285902 h 762238"/>
              <a:gd name="connsiteX18" fmla="*/ 476250 w 762000"/>
              <a:gd name="connsiteY18" fmla="*/ 285902 h 762238"/>
              <a:gd name="connsiteX19" fmla="*/ 381000 w 762000"/>
              <a:gd name="connsiteY19" fmla="*/ 0 h 762238"/>
              <a:gd name="connsiteX20" fmla="*/ 285750 w 762000"/>
              <a:gd name="connsiteY20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24694 w 762000"/>
              <a:gd name="connsiteY6" fmla="*/ 481917 h 762238"/>
              <a:gd name="connsiteX7" fmla="*/ 594798 w 762000"/>
              <a:gd name="connsiteY7" fmla="*/ 715642 h 762238"/>
              <a:gd name="connsiteX8" fmla="*/ 381000 w 762000"/>
              <a:gd name="connsiteY8" fmla="*/ 60274 h 762238"/>
              <a:gd name="connsiteX9" fmla="*/ 285750 w 762000"/>
              <a:gd name="connsiteY9" fmla="*/ 285855 h 762238"/>
              <a:gd name="connsiteX10" fmla="*/ 0 w 762000"/>
              <a:gd name="connsiteY10" fmla="*/ 285855 h 762238"/>
              <a:gd name="connsiteX11" fmla="*/ 219075 w 762000"/>
              <a:gd name="connsiteY11" fmla="*/ 476355 h 762238"/>
              <a:gd name="connsiteX12" fmla="*/ 133350 w 762000"/>
              <a:gd name="connsiteY12" fmla="*/ 762238 h 762238"/>
              <a:gd name="connsiteX13" fmla="*/ 381000 w 762000"/>
              <a:gd name="connsiteY13" fmla="*/ 590740 h 762238"/>
              <a:gd name="connsiteX14" fmla="*/ 628650 w 762000"/>
              <a:gd name="connsiteY14" fmla="*/ 762238 h 762238"/>
              <a:gd name="connsiteX15" fmla="*/ 542925 w 762000"/>
              <a:gd name="connsiteY15" fmla="*/ 476402 h 762238"/>
              <a:gd name="connsiteX16" fmla="*/ 762000 w 762000"/>
              <a:gd name="connsiteY16" fmla="*/ 285902 h 762238"/>
              <a:gd name="connsiteX17" fmla="*/ 476250 w 762000"/>
              <a:gd name="connsiteY17" fmla="*/ 285902 h 762238"/>
              <a:gd name="connsiteX18" fmla="*/ 381000 w 762000"/>
              <a:gd name="connsiteY18" fmla="*/ 0 h 762238"/>
              <a:gd name="connsiteX19" fmla="*/ 285750 w 762000"/>
              <a:gd name="connsiteY19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21160 w 762000"/>
              <a:gd name="connsiteY5" fmla="*/ 470135 h 762238"/>
              <a:gd name="connsiteX6" fmla="*/ 594798 w 762000"/>
              <a:gd name="connsiteY6" fmla="*/ 715642 h 762238"/>
              <a:gd name="connsiteX7" fmla="*/ 381000 w 762000"/>
              <a:gd name="connsiteY7" fmla="*/ 60274 h 762238"/>
              <a:gd name="connsiteX8" fmla="*/ 285750 w 762000"/>
              <a:gd name="connsiteY8" fmla="*/ 285855 h 762238"/>
              <a:gd name="connsiteX9" fmla="*/ 0 w 762000"/>
              <a:gd name="connsiteY9" fmla="*/ 285855 h 762238"/>
              <a:gd name="connsiteX10" fmla="*/ 219075 w 762000"/>
              <a:gd name="connsiteY10" fmla="*/ 476355 h 762238"/>
              <a:gd name="connsiteX11" fmla="*/ 133350 w 762000"/>
              <a:gd name="connsiteY11" fmla="*/ 762238 h 762238"/>
              <a:gd name="connsiteX12" fmla="*/ 381000 w 762000"/>
              <a:gd name="connsiteY12" fmla="*/ 590740 h 762238"/>
              <a:gd name="connsiteX13" fmla="*/ 628650 w 762000"/>
              <a:gd name="connsiteY13" fmla="*/ 762238 h 762238"/>
              <a:gd name="connsiteX14" fmla="*/ 542925 w 762000"/>
              <a:gd name="connsiteY14" fmla="*/ 476402 h 762238"/>
              <a:gd name="connsiteX15" fmla="*/ 762000 w 762000"/>
              <a:gd name="connsiteY15" fmla="*/ 285902 h 762238"/>
              <a:gd name="connsiteX16" fmla="*/ 476250 w 762000"/>
              <a:gd name="connsiteY16" fmla="*/ 285902 h 762238"/>
              <a:gd name="connsiteX17" fmla="*/ 381000 w 762000"/>
              <a:gd name="connsiteY17" fmla="*/ 0 h 762238"/>
              <a:gd name="connsiteX18" fmla="*/ 285750 w 762000"/>
              <a:gd name="connsiteY18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30438 w 762000"/>
              <a:gd name="connsiteY4" fmla="*/ 462067 h 762238"/>
              <a:gd name="connsiteX5" fmla="*/ 594798 w 762000"/>
              <a:gd name="connsiteY5" fmla="*/ 715642 h 762238"/>
              <a:gd name="connsiteX6" fmla="*/ 381000 w 762000"/>
              <a:gd name="connsiteY6" fmla="*/ 60274 h 762238"/>
              <a:gd name="connsiteX7" fmla="*/ 285750 w 762000"/>
              <a:gd name="connsiteY7" fmla="*/ 285855 h 762238"/>
              <a:gd name="connsiteX8" fmla="*/ 0 w 762000"/>
              <a:gd name="connsiteY8" fmla="*/ 285855 h 762238"/>
              <a:gd name="connsiteX9" fmla="*/ 219075 w 762000"/>
              <a:gd name="connsiteY9" fmla="*/ 476355 h 762238"/>
              <a:gd name="connsiteX10" fmla="*/ 133350 w 762000"/>
              <a:gd name="connsiteY10" fmla="*/ 762238 h 762238"/>
              <a:gd name="connsiteX11" fmla="*/ 381000 w 762000"/>
              <a:gd name="connsiteY11" fmla="*/ 590740 h 762238"/>
              <a:gd name="connsiteX12" fmla="*/ 628650 w 762000"/>
              <a:gd name="connsiteY12" fmla="*/ 762238 h 762238"/>
              <a:gd name="connsiteX13" fmla="*/ 542925 w 762000"/>
              <a:gd name="connsiteY13" fmla="*/ 476402 h 762238"/>
              <a:gd name="connsiteX14" fmla="*/ 762000 w 762000"/>
              <a:gd name="connsiteY14" fmla="*/ 285902 h 762238"/>
              <a:gd name="connsiteX15" fmla="*/ 476250 w 762000"/>
              <a:gd name="connsiteY15" fmla="*/ 285902 h 762238"/>
              <a:gd name="connsiteX16" fmla="*/ 381000 w 762000"/>
              <a:gd name="connsiteY16" fmla="*/ 0 h 762238"/>
              <a:gd name="connsiteX17" fmla="*/ 285750 w 762000"/>
              <a:gd name="connsiteY17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594798 w 762000"/>
              <a:gd name="connsiteY4" fmla="*/ 715642 h 762238"/>
              <a:gd name="connsiteX5" fmla="*/ 381000 w 762000"/>
              <a:gd name="connsiteY5" fmla="*/ 60274 h 762238"/>
              <a:gd name="connsiteX6" fmla="*/ 285750 w 762000"/>
              <a:gd name="connsiteY6" fmla="*/ 285855 h 762238"/>
              <a:gd name="connsiteX7" fmla="*/ 0 w 762000"/>
              <a:gd name="connsiteY7" fmla="*/ 285855 h 762238"/>
              <a:gd name="connsiteX8" fmla="*/ 219075 w 762000"/>
              <a:gd name="connsiteY8" fmla="*/ 476355 h 762238"/>
              <a:gd name="connsiteX9" fmla="*/ 133350 w 762000"/>
              <a:gd name="connsiteY9" fmla="*/ 762238 h 762238"/>
              <a:gd name="connsiteX10" fmla="*/ 381000 w 762000"/>
              <a:gd name="connsiteY10" fmla="*/ 590740 h 762238"/>
              <a:gd name="connsiteX11" fmla="*/ 628650 w 762000"/>
              <a:gd name="connsiteY11" fmla="*/ 762238 h 762238"/>
              <a:gd name="connsiteX12" fmla="*/ 542925 w 762000"/>
              <a:gd name="connsiteY12" fmla="*/ 476402 h 762238"/>
              <a:gd name="connsiteX13" fmla="*/ 762000 w 762000"/>
              <a:gd name="connsiteY13" fmla="*/ 285902 h 762238"/>
              <a:gd name="connsiteX14" fmla="*/ 476250 w 762000"/>
              <a:gd name="connsiteY14" fmla="*/ 285902 h 762238"/>
              <a:gd name="connsiteX15" fmla="*/ 381000 w 762000"/>
              <a:gd name="connsiteY15" fmla="*/ 0 h 762238"/>
              <a:gd name="connsiteX16" fmla="*/ 285750 w 762000"/>
              <a:gd name="connsiteY16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462496 w 762000"/>
              <a:gd name="connsiteY2" fmla="*/ 304905 h 762238"/>
              <a:gd name="connsiteX3" fmla="*/ 711098 w 762000"/>
              <a:gd name="connsiteY3" fmla="*/ 304905 h 762238"/>
              <a:gd name="connsiteX4" fmla="*/ 381000 w 762000"/>
              <a:gd name="connsiteY4" fmla="*/ 60274 h 762238"/>
              <a:gd name="connsiteX5" fmla="*/ 285750 w 762000"/>
              <a:gd name="connsiteY5" fmla="*/ 285855 h 762238"/>
              <a:gd name="connsiteX6" fmla="*/ 0 w 762000"/>
              <a:gd name="connsiteY6" fmla="*/ 285855 h 762238"/>
              <a:gd name="connsiteX7" fmla="*/ 219075 w 762000"/>
              <a:gd name="connsiteY7" fmla="*/ 476355 h 762238"/>
              <a:gd name="connsiteX8" fmla="*/ 133350 w 762000"/>
              <a:gd name="connsiteY8" fmla="*/ 762238 h 762238"/>
              <a:gd name="connsiteX9" fmla="*/ 381000 w 762000"/>
              <a:gd name="connsiteY9" fmla="*/ 590740 h 762238"/>
              <a:gd name="connsiteX10" fmla="*/ 628650 w 762000"/>
              <a:gd name="connsiteY10" fmla="*/ 762238 h 762238"/>
              <a:gd name="connsiteX11" fmla="*/ 542925 w 762000"/>
              <a:gd name="connsiteY11" fmla="*/ 476402 h 762238"/>
              <a:gd name="connsiteX12" fmla="*/ 762000 w 762000"/>
              <a:gd name="connsiteY12" fmla="*/ 285902 h 762238"/>
              <a:gd name="connsiteX13" fmla="*/ 476250 w 762000"/>
              <a:gd name="connsiteY13" fmla="*/ 285902 h 762238"/>
              <a:gd name="connsiteX14" fmla="*/ 381000 w 762000"/>
              <a:gd name="connsiteY14" fmla="*/ 0 h 762238"/>
              <a:gd name="connsiteX15" fmla="*/ 285750 w 762000"/>
              <a:gd name="connsiteY15" fmla="*/ 285855 h 762238"/>
              <a:gd name="connsiteX0" fmla="*/ 381000 w 762000"/>
              <a:gd name="connsiteY0" fmla="*/ 60274 h 762238"/>
              <a:gd name="connsiteX1" fmla="*/ 458153 w 762000"/>
              <a:gd name="connsiteY1" fmla="*/ 291875 h 762238"/>
              <a:gd name="connsiteX2" fmla="*/ 711098 w 762000"/>
              <a:gd name="connsiteY2" fmla="*/ 304905 h 762238"/>
              <a:gd name="connsiteX3" fmla="*/ 381000 w 762000"/>
              <a:gd name="connsiteY3" fmla="*/ 60274 h 762238"/>
              <a:gd name="connsiteX4" fmla="*/ 285750 w 762000"/>
              <a:gd name="connsiteY4" fmla="*/ 285855 h 762238"/>
              <a:gd name="connsiteX5" fmla="*/ 0 w 762000"/>
              <a:gd name="connsiteY5" fmla="*/ 285855 h 762238"/>
              <a:gd name="connsiteX6" fmla="*/ 219075 w 762000"/>
              <a:gd name="connsiteY6" fmla="*/ 476355 h 762238"/>
              <a:gd name="connsiteX7" fmla="*/ 133350 w 762000"/>
              <a:gd name="connsiteY7" fmla="*/ 762238 h 762238"/>
              <a:gd name="connsiteX8" fmla="*/ 381000 w 762000"/>
              <a:gd name="connsiteY8" fmla="*/ 590740 h 762238"/>
              <a:gd name="connsiteX9" fmla="*/ 628650 w 762000"/>
              <a:gd name="connsiteY9" fmla="*/ 762238 h 762238"/>
              <a:gd name="connsiteX10" fmla="*/ 542925 w 762000"/>
              <a:gd name="connsiteY10" fmla="*/ 476402 h 762238"/>
              <a:gd name="connsiteX11" fmla="*/ 762000 w 762000"/>
              <a:gd name="connsiteY11" fmla="*/ 285902 h 762238"/>
              <a:gd name="connsiteX12" fmla="*/ 476250 w 762000"/>
              <a:gd name="connsiteY12" fmla="*/ 285902 h 762238"/>
              <a:gd name="connsiteX13" fmla="*/ 381000 w 762000"/>
              <a:gd name="connsiteY13" fmla="*/ 0 h 762238"/>
              <a:gd name="connsiteX14" fmla="*/ 285750 w 762000"/>
              <a:gd name="connsiteY14" fmla="*/ 285855 h 762238"/>
              <a:gd name="connsiteX0" fmla="*/ 381000 w 762000"/>
              <a:gd name="connsiteY0" fmla="*/ 60274 h 762238"/>
              <a:gd name="connsiteX1" fmla="*/ 711098 w 762000"/>
              <a:gd name="connsiteY1" fmla="*/ 304905 h 762238"/>
              <a:gd name="connsiteX2" fmla="*/ 381000 w 762000"/>
              <a:gd name="connsiteY2" fmla="*/ 60274 h 762238"/>
              <a:gd name="connsiteX3" fmla="*/ 285750 w 762000"/>
              <a:gd name="connsiteY3" fmla="*/ 285855 h 762238"/>
              <a:gd name="connsiteX4" fmla="*/ 0 w 762000"/>
              <a:gd name="connsiteY4" fmla="*/ 285855 h 762238"/>
              <a:gd name="connsiteX5" fmla="*/ 219075 w 762000"/>
              <a:gd name="connsiteY5" fmla="*/ 476355 h 762238"/>
              <a:gd name="connsiteX6" fmla="*/ 133350 w 762000"/>
              <a:gd name="connsiteY6" fmla="*/ 762238 h 762238"/>
              <a:gd name="connsiteX7" fmla="*/ 381000 w 762000"/>
              <a:gd name="connsiteY7" fmla="*/ 590740 h 762238"/>
              <a:gd name="connsiteX8" fmla="*/ 628650 w 762000"/>
              <a:gd name="connsiteY8" fmla="*/ 762238 h 762238"/>
              <a:gd name="connsiteX9" fmla="*/ 542925 w 762000"/>
              <a:gd name="connsiteY9" fmla="*/ 476402 h 762238"/>
              <a:gd name="connsiteX10" fmla="*/ 762000 w 762000"/>
              <a:gd name="connsiteY10" fmla="*/ 285902 h 762238"/>
              <a:gd name="connsiteX11" fmla="*/ 476250 w 762000"/>
              <a:gd name="connsiteY11" fmla="*/ 285902 h 762238"/>
              <a:gd name="connsiteX12" fmla="*/ 381000 w 762000"/>
              <a:gd name="connsiteY12" fmla="*/ 0 h 762238"/>
              <a:gd name="connsiteX13" fmla="*/ 285750 w 762000"/>
              <a:gd name="connsiteY13" fmla="*/ 285855 h 762238"/>
              <a:gd name="connsiteX0" fmla="*/ 285750 w 762000"/>
              <a:gd name="connsiteY0" fmla="*/ 285855 h 762238"/>
              <a:gd name="connsiteX1" fmla="*/ 0 w 762000"/>
              <a:gd name="connsiteY1" fmla="*/ 285855 h 762238"/>
              <a:gd name="connsiteX2" fmla="*/ 219075 w 762000"/>
              <a:gd name="connsiteY2" fmla="*/ 476355 h 762238"/>
              <a:gd name="connsiteX3" fmla="*/ 133350 w 762000"/>
              <a:gd name="connsiteY3" fmla="*/ 762238 h 762238"/>
              <a:gd name="connsiteX4" fmla="*/ 381000 w 762000"/>
              <a:gd name="connsiteY4" fmla="*/ 590740 h 762238"/>
              <a:gd name="connsiteX5" fmla="*/ 628650 w 762000"/>
              <a:gd name="connsiteY5" fmla="*/ 762238 h 762238"/>
              <a:gd name="connsiteX6" fmla="*/ 542925 w 762000"/>
              <a:gd name="connsiteY6" fmla="*/ 476402 h 762238"/>
              <a:gd name="connsiteX7" fmla="*/ 762000 w 762000"/>
              <a:gd name="connsiteY7" fmla="*/ 285902 h 762238"/>
              <a:gd name="connsiteX8" fmla="*/ 476250 w 762000"/>
              <a:gd name="connsiteY8" fmla="*/ 285902 h 762238"/>
              <a:gd name="connsiteX9" fmla="*/ 381000 w 762000"/>
              <a:gd name="connsiteY9" fmla="*/ 0 h 762238"/>
              <a:gd name="connsiteX10" fmla="*/ 285750 w 762000"/>
              <a:gd name="connsiteY10" fmla="*/ 285855 h 76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0" h="762238">
                <a:moveTo>
                  <a:pt x="285750" y="285855"/>
                </a:moveTo>
                <a:lnTo>
                  <a:pt x="0" y="285855"/>
                </a:lnTo>
                <a:lnTo>
                  <a:pt x="219075" y="476355"/>
                </a:lnTo>
                <a:lnTo>
                  <a:pt x="133350" y="762238"/>
                </a:lnTo>
                <a:lnTo>
                  <a:pt x="381000" y="590740"/>
                </a:lnTo>
                <a:lnTo>
                  <a:pt x="628650" y="762238"/>
                </a:lnTo>
                <a:lnTo>
                  <a:pt x="542925" y="476402"/>
                </a:lnTo>
                <a:lnTo>
                  <a:pt x="762000" y="285902"/>
                </a:lnTo>
                <a:lnTo>
                  <a:pt x="476250" y="285902"/>
                </a:lnTo>
                <a:lnTo>
                  <a:pt x="381000" y="0"/>
                </a:lnTo>
                <a:lnTo>
                  <a:pt x="285750" y="285855"/>
                </a:lnTo>
                <a:close/>
              </a:path>
            </a:pathLst>
          </a:custGeom>
          <a:solidFill>
            <a:srgbClr val="FFC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E0127D-B1F6-90FB-CC13-E477A0CCA47E}"/>
              </a:ext>
            </a:extLst>
          </p:cNvPr>
          <p:cNvSpPr txBox="1">
            <a:spLocks/>
          </p:cNvSpPr>
          <p:nvPr/>
        </p:nvSpPr>
        <p:spPr>
          <a:xfrm>
            <a:off x="7106631" y="4177499"/>
            <a:ext cx="4247169" cy="1020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Data efficiency</a:t>
            </a:r>
          </a:p>
          <a:p>
            <a:pPr marL="0" indent="0">
              <a:buNone/>
            </a:pPr>
            <a:r>
              <a:rPr lang="en-US"/>
              <a:t>Physical consistency</a:t>
            </a:r>
          </a:p>
        </p:txBody>
      </p:sp>
    </p:spTree>
    <p:extLst>
      <p:ext uri="{BB962C8B-B14F-4D97-AF65-F5344CB8AC3E}">
        <p14:creationId xmlns:p14="http://schemas.microsoft.com/office/powerpoint/2010/main" val="20043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65CB-760A-7171-27D9-DAFC6F62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9319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2C7A7-7543-4AD8-02F3-D7A0D62A9B00}"/>
              </a:ext>
            </a:extLst>
          </p:cNvPr>
          <p:cNvSpPr txBox="1"/>
          <p:nvPr/>
        </p:nvSpPr>
        <p:spPr>
          <a:xfrm>
            <a:off x="1120391" y="785045"/>
            <a:ext cx="4445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1D wave equation with given BCs and 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F640C-38E8-FB8F-1B1B-D6155B0194CC}"/>
              </a:ext>
            </a:extLst>
          </p:cNvPr>
          <p:cNvSpPr txBox="1"/>
          <p:nvPr/>
        </p:nvSpPr>
        <p:spPr>
          <a:xfrm>
            <a:off x="65589" y="3373284"/>
            <a:ext cx="11594398" cy="28469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FF0000"/>
                </a:solidFill>
              </a:rPr>
              <a:t>Task 1. Find an analytic solution, given ICs and BCs of our choice. 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rgbClr val="FF0000"/>
                </a:solidFill>
              </a:rPr>
              <a:t>Task 2. Write a finite-difference (FD) solver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compare FD  vs. analytical solution (AS)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rgbClr val="FF0000"/>
                </a:solidFill>
              </a:rPr>
              <a:t>Task 3. Implement a PINN to solve the forward problem of task 1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 </a:t>
            </a:r>
            <a:r>
              <a:rPr lang="en-US">
                <a:solidFill>
                  <a:srgbClr val="FF0000"/>
                </a:solidFill>
              </a:rPr>
              <a:t> compare accuracy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chemeClr val="accent6"/>
                </a:solidFill>
              </a:rPr>
              <a:t>Task 4. Using 19 sensors, equally spaced, reconstruct the initial “input”: </a:t>
            </a:r>
            <a:r>
              <a:rPr lang="en-US" i="1">
                <a:solidFill>
                  <a:schemeClr val="accent6"/>
                </a:solidFill>
              </a:rPr>
              <a:t>u(</a:t>
            </a:r>
            <a:r>
              <a:rPr lang="en-US" i="1" err="1">
                <a:solidFill>
                  <a:schemeClr val="accent6"/>
                </a:solidFill>
              </a:rPr>
              <a:t>x,t</a:t>
            </a:r>
            <a:r>
              <a:rPr lang="en-US" i="1">
                <a:solidFill>
                  <a:schemeClr val="accent6"/>
                </a:solidFill>
              </a:rPr>
              <a:t>=0)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chemeClr val="accent6"/>
                </a:solidFill>
              </a:rPr>
              <a:t>Task 5. Reconstruct the “input” via a reduced number of randomly located sensors. </a:t>
            </a:r>
          </a:p>
          <a:p>
            <a:pPr>
              <a:spcBef>
                <a:spcPts val="600"/>
              </a:spcBef>
            </a:pPr>
            <a:r>
              <a:rPr lang="en-US">
                <a:solidFill>
                  <a:schemeClr val="accent5"/>
                </a:solidFill>
              </a:rPr>
              <a:t>For FUN :) </a:t>
            </a:r>
          </a:p>
          <a:p>
            <a:pPr marL="742950" lvl="1" indent="-285750">
              <a:spcBef>
                <a:spcPts val="600"/>
              </a:spcBef>
              <a:buFont typeface="Courier New"/>
              <a:buChar char="o"/>
            </a:pPr>
            <a:r>
              <a:rPr lang="en-US">
                <a:solidFill>
                  <a:schemeClr val="accent5"/>
                </a:solidFill>
              </a:rPr>
              <a:t>Wave speed inversion in 1D</a:t>
            </a:r>
          </a:p>
          <a:p>
            <a:pPr marL="742950" lvl="1" indent="-285750">
              <a:spcBef>
                <a:spcPts val="600"/>
              </a:spcBef>
              <a:buFont typeface="Courier New"/>
              <a:buChar char="o"/>
            </a:pPr>
            <a:r>
              <a:rPr lang="en-US">
                <a:solidFill>
                  <a:schemeClr val="accent5"/>
                </a:solidFill>
              </a:rPr>
              <a:t>Forward problem in 2D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4DB9BD-D382-273F-594E-83CFBC055987}"/>
              </a:ext>
            </a:extLst>
          </p:cNvPr>
          <p:cNvGrpSpPr/>
          <p:nvPr/>
        </p:nvGrpSpPr>
        <p:grpSpPr>
          <a:xfrm>
            <a:off x="389392" y="1149642"/>
            <a:ext cx="10344276" cy="2094752"/>
            <a:chOff x="209675" y="1628616"/>
            <a:chExt cx="10344276" cy="20947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54E288-74D8-B8F2-6AA9-AB39E2D2C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391" y="1628616"/>
              <a:ext cx="9433560" cy="209475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7AF4D1-77A0-C92D-70AB-54B8ABBF763D}"/>
                </a:ext>
              </a:extLst>
            </p:cNvPr>
            <p:cNvSpPr txBox="1"/>
            <p:nvPr/>
          </p:nvSpPr>
          <p:spPr>
            <a:xfrm>
              <a:off x="213360" y="2359302"/>
              <a:ext cx="548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13F826-205C-0DCC-B30A-97A446649867}"/>
                </a:ext>
              </a:extLst>
            </p:cNvPr>
            <p:cNvSpPr txBox="1"/>
            <p:nvPr/>
          </p:nvSpPr>
          <p:spPr>
            <a:xfrm>
              <a:off x="209675" y="3059668"/>
              <a:ext cx="6248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BCs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D0AE4B71-4E36-0947-2960-1850445F1B6E}"/>
                </a:ext>
              </a:extLst>
            </p:cNvPr>
            <p:cNvSpPr/>
            <p:nvPr/>
          </p:nvSpPr>
          <p:spPr>
            <a:xfrm>
              <a:off x="834515" y="2294868"/>
              <a:ext cx="132080" cy="55094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2FFF0-1AF7-E42F-CEFE-C3C1FE3F4ACC}"/>
                </a:ext>
              </a:extLst>
            </p:cNvPr>
            <p:cNvSpPr/>
            <p:nvPr/>
          </p:nvSpPr>
          <p:spPr>
            <a:xfrm>
              <a:off x="1351280" y="1737360"/>
              <a:ext cx="2890520" cy="435570"/>
            </a:xfrm>
            <a:prstGeom prst="rect">
              <a:avLst/>
            </a:prstGeom>
            <a:solidFill>
              <a:srgbClr val="156082">
                <a:alpha val="1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8D3AA9B5-C5A0-C6E6-0B56-7D1F17F51592}"/>
                </a:ext>
              </a:extLst>
            </p:cNvPr>
            <p:cNvSpPr/>
            <p:nvPr/>
          </p:nvSpPr>
          <p:spPr>
            <a:xfrm>
              <a:off x="845373" y="3011148"/>
              <a:ext cx="132080" cy="55094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A red line on a white background&#10;&#10;AI-generated content may be incorrect.">
            <a:extLst>
              <a:ext uri="{FF2B5EF4-FFF2-40B4-BE49-F238E27FC236}">
                <a16:creationId xmlns:a16="http://schemas.microsoft.com/office/drawing/2014/main" id="{453B3296-6CD2-7EEA-6943-E67936E02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224" y="3429000"/>
            <a:ext cx="2609850" cy="1152525"/>
          </a:xfrm>
          <a:prstGeom prst="rect">
            <a:avLst/>
          </a:prstGeom>
        </p:spPr>
      </p:pic>
      <p:pic>
        <p:nvPicPr>
          <p:cNvPr id="21" name="Picture 20" descr="A blue and red circle with a red center&#10;&#10;AI-generated content may be incorrect.">
            <a:extLst>
              <a:ext uri="{FF2B5EF4-FFF2-40B4-BE49-F238E27FC236}">
                <a16:creationId xmlns:a16="http://schemas.microsoft.com/office/drawing/2014/main" id="{D0B7415C-977F-05F6-BF98-06C2A958E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424" y="5102575"/>
            <a:ext cx="1695450" cy="169545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700164B-66FA-2352-8026-84473C51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C85B-00A3-AAE5-9CB4-91A3BD64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CF2F-AAB1-7B5A-1017-DA571170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4C82-680A-B3B2-1AFD-487434C6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Tasks 1-2: Data constructed via analytical solution and FD</a:t>
            </a:r>
          </a:p>
          <a:p>
            <a:pPr lvl="1"/>
            <a:r>
              <a:rPr lang="en-US"/>
              <a:t>We formulated the analytical solution</a:t>
            </a:r>
          </a:p>
          <a:p>
            <a:pPr lvl="1"/>
            <a:r>
              <a:rPr lang="en-US"/>
              <a:t>We implement a FD scheme to get numerical data</a:t>
            </a:r>
          </a:p>
          <a:p>
            <a:pPr lvl="1"/>
            <a:r>
              <a:rPr lang="en-US"/>
              <a:t>We defined an initial condition (“source”) at t = 0 </a:t>
            </a:r>
          </a:p>
          <a:p>
            <a:endParaRPr lang="en-US"/>
          </a:p>
          <a:p>
            <a:r>
              <a:rPr lang="en-US"/>
              <a:t>Tasks 3-5: Implementation of PINN using </a:t>
            </a:r>
            <a:r>
              <a:rPr lang="en-US" err="1"/>
              <a:t>PyTorch</a:t>
            </a:r>
            <a:endParaRPr lang="en-US"/>
          </a:p>
          <a:p>
            <a:pPr lvl="1"/>
            <a:r>
              <a:rPr lang="en-US"/>
              <a:t>Task 3: Focus on network architecture, lambda weights, learning rate, number of collocation, IC and BC points</a:t>
            </a:r>
          </a:p>
          <a:p>
            <a:pPr lvl="1"/>
            <a:r>
              <a:rPr lang="en-US"/>
              <a:t>Task 4-5: Focus on sensors location, number and time resolution.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FFFF7A-F139-F23C-D798-E2D10B40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4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F4720-E177-C2A7-B883-364D9F39A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718E-0BD9-3742-E4FA-EA20CBDF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8021"/>
          </a:xfrm>
        </p:spPr>
        <p:txBody>
          <a:bodyPr/>
          <a:lstStyle/>
          <a:p>
            <a:r>
              <a:rPr lang="en-US"/>
              <a:t>Task 1-2: Analytical vs FD solutions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0395B-017D-ACEC-E2AF-C0DF8F4767B1}"/>
              </a:ext>
            </a:extLst>
          </p:cNvPr>
          <p:cNvSpPr txBox="1"/>
          <p:nvPr/>
        </p:nvSpPr>
        <p:spPr>
          <a:xfrm>
            <a:off x="5061" y="3836720"/>
            <a:ext cx="232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Exact solution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C74A41-E9FE-A461-744E-DA0778B55B6D}"/>
              </a:ext>
            </a:extLst>
          </p:cNvPr>
          <p:cNvGrpSpPr>
            <a:grpSpLocks noChangeAspect="1"/>
          </p:cNvGrpSpPr>
          <p:nvPr/>
        </p:nvGrpSpPr>
        <p:grpSpPr>
          <a:xfrm>
            <a:off x="358295" y="4109520"/>
            <a:ext cx="3925650" cy="539441"/>
            <a:chOff x="1485738" y="892273"/>
            <a:chExt cx="2550946" cy="35053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C41138C-A4A3-0C3D-119C-DAB0A8ED5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" r="85025" b="-8230"/>
            <a:stretch>
              <a:fillRect/>
            </a:stretch>
          </p:blipFill>
          <p:spPr>
            <a:xfrm>
              <a:off x="1485738" y="892273"/>
              <a:ext cx="559195" cy="35053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493A42F-4471-FADC-A567-CF80DC7A5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848" t="20901"/>
            <a:stretch>
              <a:fillRect/>
            </a:stretch>
          </p:blipFill>
          <p:spPr>
            <a:xfrm>
              <a:off x="2089266" y="955001"/>
              <a:ext cx="1947418" cy="256184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8BB2B32-58FA-61EE-D8B4-284D946D9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68" y="752317"/>
            <a:ext cx="3647486" cy="2747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38B44B-0C67-3B30-57F0-0EFA6610A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8" b="2968"/>
          <a:stretch/>
        </p:blipFill>
        <p:spPr>
          <a:xfrm>
            <a:off x="4307051" y="844024"/>
            <a:ext cx="3657600" cy="25843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B2D793-89E5-CFA2-F4D2-F75C2C12AD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8527" y="777522"/>
            <a:ext cx="3621695" cy="27406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D03F7-D25D-CFE2-D2ED-733C13F5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6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0D3F42-4CEC-A188-4BCC-D0121C387BCF}"/>
              </a:ext>
            </a:extLst>
          </p:cNvPr>
          <p:cNvGrpSpPr/>
          <p:nvPr/>
        </p:nvGrpSpPr>
        <p:grpSpPr>
          <a:xfrm>
            <a:off x="4485890" y="3523084"/>
            <a:ext cx="4436076" cy="3335077"/>
            <a:chOff x="4850325" y="3529710"/>
            <a:chExt cx="4436076" cy="33350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2CE943A-062C-E812-92D5-9F4CEC9F3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50325" y="3529710"/>
              <a:ext cx="4370385" cy="333507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170D26-3260-2F31-7709-6B12C8439686}"/>
                </a:ext>
              </a:extLst>
            </p:cNvPr>
            <p:cNvSpPr txBox="1"/>
            <p:nvPr/>
          </p:nvSpPr>
          <p:spPr>
            <a:xfrm>
              <a:off x="6962451" y="6076337"/>
              <a:ext cx="232395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200" b="1"/>
                <a:t>Simulation Time: 1 Seconds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606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B823-7BB5-0C2B-E81A-9A1BC6CD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network of white dots and black lines&#10;&#10;AI-generated content may be incorrect.">
            <a:extLst>
              <a:ext uri="{FF2B5EF4-FFF2-40B4-BE49-F238E27FC236}">
                <a16:creationId xmlns:a16="http://schemas.microsoft.com/office/drawing/2014/main" id="{B0A60500-475E-C4AD-2E73-64BF5297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00" r="122" b="3000"/>
          <a:stretch>
            <a:fillRect/>
          </a:stretch>
        </p:blipFill>
        <p:spPr>
          <a:xfrm>
            <a:off x="217" y="1329458"/>
            <a:ext cx="5277547" cy="27792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0D1C62-6899-4657-97F3-5C4ACCD41FE7}"/>
              </a:ext>
            </a:extLst>
          </p:cNvPr>
          <p:cNvSpPr txBox="1"/>
          <p:nvPr/>
        </p:nvSpPr>
        <p:spPr>
          <a:xfrm>
            <a:off x="54009" y="4244196"/>
            <a:ext cx="516272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>
                <a:cs typeface="Arial"/>
              </a:rPr>
              <a:t>Feed Forward NN: [2, 64, 64, 1] with tanh ​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cs typeface="Arial"/>
              </a:rPr>
              <a:t>Xavier weights initialization​</a:t>
            </a:r>
          </a:p>
          <a:p>
            <a:pPr marL="228600" lvl="1" indent="-228600">
              <a:buFont typeface=""/>
              <a:buChar char="•"/>
            </a:pPr>
            <a:r>
              <a:rPr lang="en-US" err="1">
                <a:cs typeface="Arial"/>
              </a:rPr>
              <a:t>PDE_residuals</a:t>
            </a:r>
            <a:r>
              <a:rPr lang="en-US">
                <a:cs typeface="Arial"/>
              </a:rPr>
              <a:t>: </a:t>
            </a:r>
            <a:r>
              <a:rPr lang="en-US" err="1">
                <a:cs typeface="Arial"/>
              </a:rPr>
              <a:t>u</a:t>
            </a:r>
            <a:r>
              <a:rPr lang="en-US" baseline="-25000" err="1">
                <a:cs typeface="Arial"/>
              </a:rPr>
              <a:t>tt</a:t>
            </a:r>
            <a:r>
              <a:rPr lang="en-US">
                <a:cs typeface="Arial"/>
              </a:rPr>
              <a:t> – c</a:t>
            </a:r>
            <a:r>
              <a:rPr lang="en-US" baseline="30000">
                <a:cs typeface="Arial"/>
              </a:rPr>
              <a:t>2</a:t>
            </a:r>
            <a:r>
              <a:rPr lang="en-US">
                <a:cs typeface="Arial"/>
              </a:rPr>
              <a:t> </a:t>
            </a:r>
            <a:r>
              <a:rPr lang="en-US" err="1">
                <a:cs typeface="Arial"/>
              </a:rPr>
              <a:t>u</a:t>
            </a:r>
            <a:r>
              <a:rPr lang="en-US" baseline="-25000" err="1">
                <a:cs typeface="Arial"/>
              </a:rPr>
              <a:t>xx</a:t>
            </a:r>
            <a:r>
              <a:rPr lang="en-US">
                <a:cs typeface="Arial"/>
              </a:rPr>
              <a:t>​</a:t>
            </a: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 err="1">
                <a:cs typeface="Arial"/>
              </a:rPr>
              <a:t>IC_residuals</a:t>
            </a:r>
            <a:r>
              <a:rPr lang="en-US">
                <a:cs typeface="Arial"/>
              </a:rPr>
              <a:t> and </a:t>
            </a:r>
            <a:r>
              <a:rPr lang="en-US" err="1">
                <a:cs typeface="Arial"/>
              </a:rPr>
              <a:t>BC_residuals</a:t>
            </a:r>
            <a:r>
              <a:rPr lang="en-US">
                <a:cs typeface="Arial"/>
              </a:rPr>
              <a:t>​</a:t>
            </a: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>
                <a:cs typeface="Arial"/>
              </a:rPr>
              <a:t>Adam optimizer: LR = 1E-2</a:t>
            </a:r>
          </a:p>
          <a:p>
            <a:pPr marL="742950" lvl="2" indent="-285750">
              <a:buFont typeface="Arial"/>
              <a:buChar char="•"/>
            </a:pPr>
            <a:r>
              <a:rPr lang="en-US" err="1">
                <a:cs typeface="Arial"/>
              </a:rPr>
              <a:t>N_c</a:t>
            </a:r>
            <a:r>
              <a:rPr lang="en-US">
                <a:cs typeface="Arial"/>
              </a:rPr>
              <a:t>    = 5000</a:t>
            </a:r>
          </a:p>
          <a:p>
            <a:pPr marL="742950" lvl="2" indent="-285750">
              <a:buFont typeface="Arial"/>
              <a:buChar char="•"/>
            </a:pPr>
            <a:r>
              <a:rPr lang="en-US" err="1">
                <a:cs typeface="Arial"/>
              </a:rPr>
              <a:t>N_bc</a:t>
            </a:r>
            <a:r>
              <a:rPr lang="en-US">
                <a:cs typeface="Arial"/>
              </a:rPr>
              <a:t> = 100</a:t>
            </a:r>
          </a:p>
          <a:p>
            <a:pPr marL="228600" lvl="1" indent="-228600">
              <a:buFont typeface=""/>
              <a:buChar char="•"/>
            </a:pPr>
            <a:endParaRPr lang="en-US">
              <a:cs typeface="Arial"/>
            </a:endParaRPr>
          </a:p>
        </p:txBody>
      </p:sp>
      <p:pic>
        <p:nvPicPr>
          <p:cNvPr id="21" name="Picture 20" descr="A graph showing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B1B3EF76-2B58-E7E4-26A2-85310BFC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332" y="1344822"/>
            <a:ext cx="6979129" cy="416835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2A8739-9942-AC6C-DF46-5DDCBFB1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7</a:t>
            </a:fld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3811AC85-3C3A-9B6F-E6F9-759DC82B940B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Task 3: PINNs Setup &amp; Training</a:t>
            </a:r>
          </a:p>
        </p:txBody>
      </p:sp>
    </p:spTree>
    <p:extLst>
      <p:ext uri="{BB962C8B-B14F-4D97-AF65-F5344CB8AC3E}">
        <p14:creationId xmlns:p14="http://schemas.microsoft.com/office/powerpoint/2010/main" val="395963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3FA6-7455-3771-FF02-5A823951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54E12F-6D1D-0DEF-8BF9-72D51049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093"/>
            <a:ext cx="12192000" cy="2352515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13A5DD9F-C372-85DF-7B6B-1EA51D9B3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1195"/>
            <a:ext cx="12192000" cy="311224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71802C-0963-4C60-A4CE-AE9DD06E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BC8DF1-B908-0A92-8A9A-A2EB9DBAB0F6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Task 3: PINNs Results</a:t>
            </a:r>
          </a:p>
        </p:txBody>
      </p:sp>
    </p:spTree>
    <p:extLst>
      <p:ext uri="{BB962C8B-B14F-4D97-AF65-F5344CB8AC3E}">
        <p14:creationId xmlns:p14="http://schemas.microsoft.com/office/powerpoint/2010/main" val="60358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BC98-7717-89E1-0B10-877D94C7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CBCA32-A478-7928-1912-17B6516C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FD601AE-132D-9B9D-1C21-93929E0D5AD4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1280494" cy="12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Task 4: PINN w/o IC and BC, with 19 sensors</a:t>
            </a:r>
          </a:p>
          <a:p>
            <a:r>
              <a:rPr lang="en-US" sz="4000"/>
              <a:t>							    </a:t>
            </a:r>
            <a:r>
              <a:rPr lang="en-US" sz="4000" u="sng" dirty="0"/>
              <a:t>uniformly</a:t>
            </a:r>
            <a:r>
              <a:rPr lang="en-US" sz="4000"/>
              <a:t> spaced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427059-3566-FCDE-C7B2-F888C6BB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943"/>
          <a:stretch>
            <a:fillRect/>
          </a:stretch>
        </p:blipFill>
        <p:spPr>
          <a:xfrm>
            <a:off x="3682435" y="1036144"/>
            <a:ext cx="3665062" cy="2511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5F963-5953-A87F-0AC8-8075F9B5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21" y="3934572"/>
            <a:ext cx="4808976" cy="28659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4A651C-A8CC-42E5-84C7-B8344B8DC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958" y="1788289"/>
            <a:ext cx="4189041" cy="31769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0A2AD1-4266-E6F5-3C50-625D15554E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59"/>
          <a:stretch>
            <a:fillRect/>
          </a:stretch>
        </p:blipFill>
        <p:spPr>
          <a:xfrm>
            <a:off x="0" y="1128531"/>
            <a:ext cx="2975535" cy="2806041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E1A02F7-12C8-4B9C-DAB5-97E162EC38AC}"/>
              </a:ext>
            </a:extLst>
          </p:cNvPr>
          <p:cNvSpPr/>
          <p:nvPr/>
        </p:nvSpPr>
        <p:spPr>
          <a:xfrm>
            <a:off x="7448308" y="2898839"/>
            <a:ext cx="353028" cy="100699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5E9766-7F65-8FA6-3B57-4B82FF66B749}"/>
              </a:ext>
            </a:extLst>
          </p:cNvPr>
          <p:cNvSpPr txBox="1"/>
          <p:nvPr/>
        </p:nvSpPr>
        <p:spPr>
          <a:xfrm>
            <a:off x="9027846" y="1325239"/>
            <a:ext cx="200554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“source” inversion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2D4DB02-3384-D396-0D63-A86F51974C69}"/>
              </a:ext>
            </a:extLst>
          </p:cNvPr>
          <p:cNvSpPr/>
          <p:nvPr/>
        </p:nvSpPr>
        <p:spPr>
          <a:xfrm>
            <a:off x="3184487" y="1788289"/>
            <a:ext cx="353028" cy="1006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EB37D2-D4E4-0483-89BC-6E2FAB8445CE}"/>
              </a:ext>
            </a:extLst>
          </p:cNvPr>
          <p:cNvSpPr/>
          <p:nvPr/>
        </p:nvSpPr>
        <p:spPr>
          <a:xfrm>
            <a:off x="3889094" y="3240911"/>
            <a:ext cx="2772136" cy="86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2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803C-E75A-35D1-5A06-8E948F77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DA241DA-C9AC-A1D8-23E9-CE6DAD01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667"/>
          <a:stretch>
            <a:fillRect/>
          </a:stretch>
        </p:blipFill>
        <p:spPr>
          <a:xfrm>
            <a:off x="3579408" y="1033340"/>
            <a:ext cx="3781512" cy="258343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BBC65CD-EC14-9CDC-7F6A-2F06C2C2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8B21692-A787-454C-C269-42CBEC4075F7}"/>
              </a:ext>
            </a:extLst>
          </p:cNvPr>
          <p:cNvSpPr txBox="1">
            <a:spLocks/>
          </p:cNvSpPr>
          <p:nvPr/>
        </p:nvSpPr>
        <p:spPr>
          <a:xfrm>
            <a:off x="838199" y="1"/>
            <a:ext cx="10939041" cy="12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Task 5.a: PINN w/o IC and BC, with 5 sensors</a:t>
            </a:r>
          </a:p>
          <a:p>
            <a:r>
              <a:rPr lang="en-US" sz="4000" dirty="0"/>
              <a:t>							    </a:t>
            </a:r>
            <a:r>
              <a:rPr lang="en-US" sz="4000" u="sng" dirty="0"/>
              <a:t>randomly</a:t>
            </a:r>
            <a:r>
              <a:rPr lang="en-US" sz="4000" dirty="0"/>
              <a:t> located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793869-9871-09F7-F408-3F42AEEEC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2636" y="1817598"/>
            <a:ext cx="4169685" cy="311828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86F9F078-A3F9-9B17-C882-4DADFE563D92}"/>
              </a:ext>
            </a:extLst>
          </p:cNvPr>
          <p:cNvSpPr/>
          <p:nvPr/>
        </p:nvSpPr>
        <p:spPr>
          <a:xfrm>
            <a:off x="7448308" y="2898839"/>
            <a:ext cx="353028" cy="100699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1992D0-6BE0-9D45-6626-776F8BC48152}"/>
              </a:ext>
            </a:extLst>
          </p:cNvPr>
          <p:cNvSpPr txBox="1"/>
          <p:nvPr/>
        </p:nvSpPr>
        <p:spPr>
          <a:xfrm>
            <a:off x="9027846" y="1325239"/>
            <a:ext cx="200554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“source” inversion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55AA19-C95C-0E1F-CA3B-FA34FB077813}"/>
              </a:ext>
            </a:extLst>
          </p:cNvPr>
          <p:cNvSpPr/>
          <p:nvPr/>
        </p:nvSpPr>
        <p:spPr>
          <a:xfrm>
            <a:off x="3184487" y="1788289"/>
            <a:ext cx="353028" cy="1006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0696B6-37BA-7F1B-589F-6E4F4726FEEB}"/>
              </a:ext>
            </a:extLst>
          </p:cNvPr>
          <p:cNvSpPr/>
          <p:nvPr/>
        </p:nvSpPr>
        <p:spPr>
          <a:xfrm>
            <a:off x="3889094" y="3240911"/>
            <a:ext cx="2772136" cy="86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702AA-26DB-B534-D3A2-3F3FA5402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72140"/>
            <a:ext cx="3057189" cy="30623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B01275-C90F-2330-BB47-9B24BA48664B}"/>
              </a:ext>
            </a:extLst>
          </p:cNvPr>
          <p:cNvSpPr txBox="1"/>
          <p:nvPr/>
        </p:nvSpPr>
        <p:spPr>
          <a:xfrm rot="20691281">
            <a:off x="216157" y="4033977"/>
            <a:ext cx="22193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Unfortunate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random pick!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F8A27-DEFF-2B6B-17B2-E509C6825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02" y="3905837"/>
            <a:ext cx="4852492" cy="289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56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CFA0-99A4-8AD7-C2D5-76FAD8FA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D2BB40-ACF2-5234-EBFC-8A980DAE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79"/>
          <a:stretch>
            <a:fillRect/>
          </a:stretch>
        </p:blipFill>
        <p:spPr>
          <a:xfrm>
            <a:off x="3559217" y="1027830"/>
            <a:ext cx="3641173" cy="260493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EB3A89-0B99-8EA4-0104-DE7C7B1D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E5D3B3E-E997-7E61-05EF-ADCC535F9FA3}"/>
              </a:ext>
            </a:extLst>
          </p:cNvPr>
          <p:cNvSpPr txBox="1">
            <a:spLocks/>
          </p:cNvSpPr>
          <p:nvPr/>
        </p:nvSpPr>
        <p:spPr>
          <a:xfrm>
            <a:off x="838199" y="1"/>
            <a:ext cx="10939041" cy="12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Task 5.</a:t>
            </a:r>
            <a:r>
              <a:rPr lang="en-US" sz="4000" dirty="0"/>
              <a:t>b</a:t>
            </a:r>
            <a:r>
              <a:rPr lang="en-US" sz="4000"/>
              <a:t>: PINN w/o IC and BC, with 10 sensors</a:t>
            </a:r>
          </a:p>
          <a:p>
            <a:r>
              <a:rPr lang="en-US" sz="4000"/>
              <a:t>							    </a:t>
            </a:r>
            <a:r>
              <a:rPr lang="en-US" sz="4000" u="sng" dirty="0"/>
              <a:t>randomly</a:t>
            </a:r>
            <a:r>
              <a:rPr lang="en-US" sz="4000"/>
              <a:t> located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74B24-E225-998F-7B58-D50F561DC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532" y="3934248"/>
            <a:ext cx="4808976" cy="2847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9CEDC4-C52D-D7B3-9DB4-C57E9E7B3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2636" y="1788289"/>
            <a:ext cx="4169685" cy="3176903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0B0337A8-B913-1EC0-73F0-AFC3EF363AB7}"/>
              </a:ext>
            </a:extLst>
          </p:cNvPr>
          <p:cNvSpPr/>
          <p:nvPr/>
        </p:nvSpPr>
        <p:spPr>
          <a:xfrm>
            <a:off x="7448308" y="2898839"/>
            <a:ext cx="353028" cy="100699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5B024-F1BD-83A5-6FDB-5DDCD20D730E}"/>
              </a:ext>
            </a:extLst>
          </p:cNvPr>
          <p:cNvSpPr txBox="1"/>
          <p:nvPr/>
        </p:nvSpPr>
        <p:spPr>
          <a:xfrm>
            <a:off x="9027846" y="1325239"/>
            <a:ext cx="200554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“source” inversion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DBD4A20-BFBD-7FA7-3703-4F3BC327C932}"/>
              </a:ext>
            </a:extLst>
          </p:cNvPr>
          <p:cNvSpPr/>
          <p:nvPr/>
        </p:nvSpPr>
        <p:spPr>
          <a:xfrm>
            <a:off x="3184487" y="1788289"/>
            <a:ext cx="353028" cy="1006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900675-0686-4212-9CA8-B60682A770DD}"/>
              </a:ext>
            </a:extLst>
          </p:cNvPr>
          <p:cNvSpPr/>
          <p:nvPr/>
        </p:nvSpPr>
        <p:spPr>
          <a:xfrm>
            <a:off x="3889094" y="3240911"/>
            <a:ext cx="2772136" cy="86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A1316-853A-8233-F201-62EEF3815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72086"/>
            <a:ext cx="3057189" cy="3062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F98634-E9F9-FB1B-ED9C-5E3802568626}"/>
              </a:ext>
            </a:extLst>
          </p:cNvPr>
          <p:cNvSpPr txBox="1"/>
          <p:nvPr/>
        </p:nvSpPr>
        <p:spPr>
          <a:xfrm rot="20691281">
            <a:off x="-219420" y="3983088"/>
            <a:ext cx="32521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Lucky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(better distribution) </a:t>
            </a:r>
          </a:p>
        </p:txBody>
      </p:sp>
    </p:spTree>
    <p:extLst>
      <p:ext uri="{BB962C8B-B14F-4D97-AF65-F5344CB8AC3E}">
        <p14:creationId xmlns:p14="http://schemas.microsoft.com/office/powerpoint/2010/main" val="2967110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09ED-B4E0-875B-BED1-F5D1962D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33BE38-A035-4A8B-71D9-0A3726B2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E1574AC-9A9D-3CE1-CF4F-61A3278ADC81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Extra Task 1: Wave Speed Inversion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FFFF5-4EC4-56A1-43DC-EB801F36715C}"/>
              </a:ext>
            </a:extLst>
          </p:cNvPr>
          <p:cNvSpPr txBox="1"/>
          <p:nvPr/>
        </p:nvSpPr>
        <p:spPr>
          <a:xfrm>
            <a:off x="4063" y="2785805"/>
            <a:ext cx="332067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b="1">
                <a:cs typeface="Arial"/>
              </a:rPr>
              <a:t>Forward NN: [2, 64, 64, 1] </a:t>
            </a:r>
            <a:endParaRPr lang="en-US" b="1"/>
          </a:p>
          <a:p>
            <a:pPr marL="228600" lvl="1" indent="-228600">
              <a:buFont typeface=""/>
              <a:buChar char="•"/>
            </a:pPr>
            <a:r>
              <a:rPr lang="en-US" b="1">
                <a:cs typeface="Arial"/>
              </a:rPr>
              <a:t>Inverse NN  : [1, 64, 64, 1]</a:t>
            </a:r>
          </a:p>
          <a:p>
            <a:pPr marL="228600" lvl="1" indent="-228600">
              <a:buFont typeface=""/>
              <a:buChar char="•"/>
            </a:pPr>
            <a:r>
              <a:rPr lang="en-US" b="1">
                <a:cs typeface="Arial"/>
              </a:rPr>
              <a:t>19 Sensors</a:t>
            </a:r>
          </a:p>
          <a:p>
            <a:pPr marL="0" lvl="1"/>
            <a:endParaRPr lang="en-US" b="1">
              <a:cs typeface="Arial"/>
            </a:endParaRPr>
          </a:p>
          <a:p>
            <a:pPr marL="228600" lvl="1" indent="-228600">
              <a:buFont typeface=""/>
              <a:buChar char="•"/>
            </a:pPr>
            <a:endParaRPr lang="en-US" b="1">
              <a:cs typeface="Arial"/>
            </a:endParaRPr>
          </a:p>
        </p:txBody>
      </p:sp>
      <p:pic>
        <p:nvPicPr>
          <p:cNvPr id="2" name="Picture 1" descr="A diagram of a graph&#10;&#10;AI-generated content may be incorrect.">
            <a:extLst>
              <a:ext uri="{FF2B5EF4-FFF2-40B4-BE49-F238E27FC236}">
                <a16:creationId xmlns:a16="http://schemas.microsoft.com/office/drawing/2014/main" id="{947509C6-7475-BE46-6750-2940DB20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79" y="625414"/>
            <a:ext cx="8865600" cy="622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9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6A00-A2C4-66AF-DD2C-0090FDF7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DEFA78-D27A-742C-A600-14B5E5CD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E400C2B-64AC-50B9-751F-87ACF4446010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Extra Task 1: Wave Speed Inversion Results</a:t>
            </a:r>
          </a:p>
        </p:txBody>
      </p:sp>
      <p:pic>
        <p:nvPicPr>
          <p:cNvPr id="7" name="Picture 6" descr="A graph of a normal condition&#10;&#10;AI-generated content may be incorrect.">
            <a:extLst>
              <a:ext uri="{FF2B5EF4-FFF2-40B4-BE49-F238E27FC236}">
                <a16:creationId xmlns:a16="http://schemas.microsoft.com/office/drawing/2014/main" id="{CCEFE3D5-CD7B-53C1-57D5-5D621B87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3" y="870520"/>
            <a:ext cx="4116889" cy="2312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61AFAF-17F4-E78D-B7B1-088687C0F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485" y="865555"/>
            <a:ext cx="6872515" cy="2557864"/>
          </a:xfrm>
          <a:prstGeom prst="rect">
            <a:avLst/>
          </a:prstGeom>
        </p:spPr>
      </p:pic>
      <p:pic>
        <p:nvPicPr>
          <p:cNvPr id="11" name="Picture 10" descr="A graph with lines and words&#10;&#10;AI-generated content may be incorrect.">
            <a:extLst>
              <a:ext uri="{FF2B5EF4-FFF2-40B4-BE49-F238E27FC236}">
                <a16:creationId xmlns:a16="http://schemas.microsoft.com/office/drawing/2014/main" id="{CFF11099-807B-E459-908E-2A94632A3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765" y="3515632"/>
            <a:ext cx="3619955" cy="1749880"/>
          </a:xfrm>
          <a:prstGeom prst="rect">
            <a:avLst/>
          </a:prstGeom>
        </p:spPr>
      </p:pic>
      <p:pic>
        <p:nvPicPr>
          <p:cNvPr id="13" name="Picture 12" descr="A graph with a red line&#10;&#10;AI-generated content may be incorrect.">
            <a:extLst>
              <a:ext uri="{FF2B5EF4-FFF2-40B4-BE49-F238E27FC236}">
                <a16:creationId xmlns:a16="http://schemas.microsoft.com/office/drawing/2014/main" id="{62772436-B647-680D-DC2C-6629A5319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766" y="5104946"/>
            <a:ext cx="3619954" cy="1749879"/>
          </a:xfrm>
          <a:prstGeom prst="rect">
            <a:avLst/>
          </a:prstGeom>
        </p:spPr>
      </p:pic>
      <p:pic>
        <p:nvPicPr>
          <p:cNvPr id="14" name="Picture 13" descr="A graph showing a number of components&#10;&#10;AI-generated content may be incorrect.">
            <a:extLst>
              <a:ext uri="{FF2B5EF4-FFF2-40B4-BE49-F238E27FC236}">
                <a16:creationId xmlns:a16="http://schemas.microsoft.com/office/drawing/2014/main" id="{35658545-9C32-7F2E-3DF2-7CACEF252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82" y="3340780"/>
            <a:ext cx="5886450" cy="3514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028DA-78B8-551E-CA9B-7DB5BF4DD772}"/>
              </a:ext>
            </a:extLst>
          </p:cNvPr>
          <p:cNvSpPr txBox="1"/>
          <p:nvPr/>
        </p:nvSpPr>
        <p:spPr>
          <a:xfrm>
            <a:off x="1092762" y="2221823"/>
            <a:ext cx="967597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b="1"/>
              <a:t>First Derivative of Gaussian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174318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1BFA-A84A-31C6-2EC3-1B45C942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0D44459-FF23-2AF1-70C4-9D407CA1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13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E3AA4C-AF20-14F4-8BDF-AFD9D4AE3FBE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Extra Task 2: 2D Forward Problem Setup</a:t>
            </a:r>
          </a:p>
        </p:txBody>
      </p:sp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63620FF3-5627-1AF9-D47A-33362FB60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76" y="3057317"/>
            <a:ext cx="4020378" cy="3797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CE081C-134A-768E-2C2E-D80463F7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09" y="1439518"/>
            <a:ext cx="8256104" cy="2130287"/>
          </a:xfrm>
          <a:prstGeom prst="rect">
            <a:avLst/>
          </a:prstGeom>
        </p:spPr>
      </p:pic>
      <p:pic>
        <p:nvPicPr>
          <p:cNvPr id="7" name="Picture 6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1486A954-6CC9-A621-D2F2-F7126CCF2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017" y="3571875"/>
            <a:ext cx="5559288" cy="3285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13BCD-788C-38AA-EADA-0083A5AE5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77" y="1712015"/>
            <a:ext cx="2681081" cy="12539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B1E55D-C402-5FDB-1163-AAD617301236}"/>
              </a:ext>
            </a:extLst>
          </p:cNvPr>
          <p:cNvSpPr txBox="1"/>
          <p:nvPr/>
        </p:nvSpPr>
        <p:spPr>
          <a:xfrm>
            <a:off x="4136702" y="794260"/>
            <a:ext cx="6572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 implemented a 2D Finite Difference solver to generate data, as there is no analytical solution in this case available</a:t>
            </a:r>
          </a:p>
        </p:txBody>
      </p:sp>
    </p:spTree>
    <p:extLst>
      <p:ext uri="{BB962C8B-B14F-4D97-AF65-F5344CB8AC3E}">
        <p14:creationId xmlns:p14="http://schemas.microsoft.com/office/powerpoint/2010/main" val="193956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56639-A19A-1399-4805-FCB91E93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3683411-3CE6-DCFE-C717-75158867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14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39C79D2-9CCA-E50A-4AC8-BAC1DEF04BED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Extra Task 2: 2D Forward Problem Result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F39A3F1-8C40-C4E3-FFFF-4300FF41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417" y="4809603"/>
            <a:ext cx="5837584" cy="2049334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F02E4BB-8B04-4D7F-B2B0-2446C719D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7" y="709888"/>
            <a:ext cx="5844210" cy="2049334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6943087B-728D-A042-CFB1-5CCC61793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357" y="2762143"/>
            <a:ext cx="5817705" cy="20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98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DF53-E8BE-256F-B38C-1D4AA5CA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2B5B8-F0F0-A533-6617-300EEF9C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23" y="1172955"/>
            <a:ext cx="10830339" cy="509891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400">
                <a:ea typeface="+mn-lt"/>
                <a:cs typeface="+mn-lt"/>
              </a:rPr>
              <a:t>Successfully implemented classical and numerical solvers.</a:t>
            </a:r>
          </a:p>
          <a:p>
            <a:pPr algn="just"/>
            <a:r>
              <a:rPr lang="en-US" sz="2400">
                <a:ea typeface="+mn-lt"/>
                <a:cs typeface="+mn-lt"/>
              </a:rPr>
              <a:t>Implemented PINNs using PyTorch for the 1D forward problem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Solved initial condition (source) inversion via PINNs with sensor sensitivity analysis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Performed 1D wave speed (P-wave velocity) inversion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Extended the framework to 2D wave propagation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400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2D wave speed inversion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Robustness to realistic and noisy data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Multi-source and multi-frequency inversion</a:t>
            </a:r>
            <a:endParaRPr lang="en-US">
              <a:ea typeface="+mn-lt"/>
              <a:cs typeface="+mn-lt"/>
            </a:endParaRPr>
          </a:p>
          <a:p>
            <a:pPr algn="just"/>
            <a:r>
              <a:rPr lang="en-US" sz="2400">
                <a:ea typeface="+mn-lt"/>
                <a:cs typeface="+mn-lt"/>
              </a:rPr>
              <a:t>Extension to heterogeneous or complex media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4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0F7DBF6-AF81-FFB4-39F0-58D28F82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15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C8E589F-C5CC-62D1-4A3E-81C2CAEE796D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Conclusion &amp; Future Thoughts</a:t>
            </a:r>
          </a:p>
        </p:txBody>
      </p:sp>
    </p:spTree>
    <p:extLst>
      <p:ext uri="{BB962C8B-B14F-4D97-AF65-F5344CB8AC3E}">
        <p14:creationId xmlns:p14="http://schemas.microsoft.com/office/powerpoint/2010/main" val="40653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19693D-E8B7-9D4F-DAD9-3506300F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6A7ED2-1036-5422-1319-B6A6C1AD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D718934-A584-D0E5-C1BD-B6868C8D85E9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Dual problem: Self tunning weight losses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B3CB13-E0F4-8D09-A50D-8800FBDD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795" y="789391"/>
            <a:ext cx="9582411" cy="3368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3FAB1F-FB2D-B15E-4B0D-06D8BF46C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838" y="4261785"/>
            <a:ext cx="4313912" cy="24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58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1F54-A29F-0130-368F-76979276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46262A-7F10-B637-5E15-75E4540E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92BF-58F6-4C23-91E6-E092FE9375A2}" type="slidenum">
              <a:rPr lang="en-US" smtClean="0"/>
              <a:t>17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5C1CA6E-7590-D2AF-DB57-D3DF11FBD6C2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79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Extra Slide 1: Can we use this for inference?</a:t>
            </a:r>
          </a:p>
        </p:txBody>
      </p:sp>
      <p:pic>
        <p:nvPicPr>
          <p:cNvPr id="2" name="Picture 1" descr="A graph with a red line&#10;&#10;AI-generated content may be incorrect.">
            <a:extLst>
              <a:ext uri="{FF2B5EF4-FFF2-40B4-BE49-F238E27FC236}">
                <a16:creationId xmlns:a16="http://schemas.microsoft.com/office/drawing/2014/main" id="{41567FD1-65EF-B752-7E92-0B5163E8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03" y="1714914"/>
            <a:ext cx="74009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Brown University Project  Solving forward and inverse problems in mathematical modeling of wave propagation</vt:lpstr>
      <vt:lpstr>Accurate modeling</vt:lpstr>
      <vt:lpstr>Physics Informed Neural Networks</vt:lpstr>
      <vt:lpstr>Problem statement</vt:lpstr>
      <vt:lpstr>Method and Implementation</vt:lpstr>
      <vt:lpstr>Task 1-2: Analytical vs FD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University Project  Solving forward and inverse problems in mathematical modeling of wave propagation</dc:title>
  <dc:creator>Michele Battistoni</dc:creator>
  <cp:revision>13</cp:revision>
  <dcterms:created xsi:type="dcterms:W3CDTF">2025-06-25T16:15:40Z</dcterms:created>
  <dcterms:modified xsi:type="dcterms:W3CDTF">2025-06-27T04:51:13Z</dcterms:modified>
</cp:coreProperties>
</file>